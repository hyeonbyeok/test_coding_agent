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  <p:sldMasterId id="2147483745" r:id="rId2"/>
    <p:sldMasterId id="2147483838" r:id="rId3"/>
    <p:sldMasterId id="2147483815" r:id="rId4"/>
  </p:sldMasterIdLst>
  <p:notesMasterIdLst>
    <p:notesMasterId r:id="rId18"/>
  </p:notesMasterIdLst>
  <p:sldIdLst>
    <p:sldId id="256" r:id="rId5"/>
    <p:sldId id="295" r:id="rId6"/>
    <p:sldId id="296" r:id="rId7"/>
    <p:sldId id="257" r:id="rId8"/>
    <p:sldId id="258" r:id="rId9"/>
    <p:sldId id="259" r:id="rId10"/>
    <p:sldId id="260" r:id="rId11"/>
    <p:sldId id="306" r:id="rId12"/>
    <p:sldId id="261" r:id="rId13"/>
    <p:sldId id="299" r:id="rId14"/>
    <p:sldId id="297" r:id="rId15"/>
    <p:sldId id="301" r:id="rId16"/>
    <p:sldId id="300" r:id="rId17"/>
  </p:sldIdLst>
  <p:sldSz cx="9906000" cy="6858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B-PC-018" initials="G" lastIdx="14" clrIdx="0">
    <p:extLst>
      <p:ext uri="{19B8F6BF-5375-455C-9EA6-DF929625EA0E}">
        <p15:presenceInfo xmlns:p15="http://schemas.microsoft.com/office/powerpoint/2012/main" userId="GB-PC-018" providerId="None"/>
      </p:ext>
    </p:extLst>
  </p:cmAuthor>
  <p:cmAuthor id="2" name="GB-OFC-014" initials="G" lastIdx="1" clrIdx="1">
    <p:extLst>
      <p:ext uri="{19B8F6BF-5375-455C-9EA6-DF929625EA0E}">
        <p15:presenceInfo xmlns:p15="http://schemas.microsoft.com/office/powerpoint/2012/main" userId="a91fbd7cfba0cd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8" autoAdjust="0"/>
    <p:restoredTop sz="94609"/>
  </p:normalViewPr>
  <p:slideViewPr>
    <p:cSldViewPr snapToGrid="0" showGuides="1">
      <p:cViewPr varScale="1">
        <p:scale>
          <a:sx n="108" d="100"/>
          <a:sy n="108" d="100"/>
        </p:scale>
        <p:origin x="149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5C449-05D5-4294-B491-90C136808F33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1243013"/>
            <a:ext cx="4848225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4F06D-A28B-4DCA-B12B-27CCADC879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5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emf"/><Relationship Id="rId5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sv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0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5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2.svg"/><Relationship Id="rId7" Type="http://schemas.openxmlformats.org/officeDocument/2006/relationships/image" Target="../media/image5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7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9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앞 커버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438" y="1122363"/>
            <a:ext cx="9000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360000" marR="0" indent="-25200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 sz="2000"/>
            </a:lvl1pPr>
          </a:lstStyle>
          <a:p>
            <a:r>
              <a:rPr lang="ko-KR" altLang="en-US" dirty="0"/>
              <a:t>문서의 명칭을 적어주세요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2438" y="3602038"/>
            <a:ext cx="9000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시스템의 명칭을 적어주세요</a:t>
            </a:r>
            <a:r>
              <a:rPr lang="en-US" altLang="ko-KR" dirty="0"/>
              <a:t>.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07AEE5E-90F5-4E00-B609-21C6BB986F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438" y="4024554"/>
            <a:ext cx="9000000" cy="2331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r" defTabSz="914324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000">
                <a:solidFill>
                  <a:schemeClr val="accent2"/>
                </a:solidFill>
              </a:defRPr>
            </a:lvl1pPr>
            <a:lvl2pPr marL="457200" indent="0">
              <a:buNone/>
              <a:defRPr lang="ko-KR" altLang="en-US" sz="1050" dirty="0" smtClean="0">
                <a:solidFill>
                  <a:schemeClr val="accent2"/>
                </a:solidFill>
              </a:defRPr>
            </a:lvl2pPr>
            <a:lvl3pPr marL="914400" indent="0">
              <a:buNone/>
              <a:defRPr lang="ko-KR" altLang="en-US" sz="1050" dirty="0" smtClean="0">
                <a:solidFill>
                  <a:schemeClr val="accent2"/>
                </a:solidFill>
              </a:defRPr>
            </a:lvl3pPr>
            <a:lvl4pPr marL="1371600" indent="0">
              <a:buNone/>
              <a:defRPr lang="ko-KR" altLang="en-US" sz="1050" dirty="0" smtClean="0">
                <a:solidFill>
                  <a:schemeClr val="accent2"/>
                </a:solidFill>
              </a:defRPr>
            </a:lvl4pPr>
            <a:lvl5pPr marL="1828800" indent="0">
              <a:buNone/>
              <a:defRPr lang="ko-KR" altLang="en-US" sz="1050" dirty="0">
                <a:solidFill>
                  <a:schemeClr val="accent2"/>
                </a:solidFill>
              </a:defRPr>
            </a:lvl5pPr>
          </a:lstStyle>
          <a:p>
            <a:pPr marL="0" lvl="0" indent="0" algn="r">
              <a:buNone/>
            </a:pPr>
            <a:r>
              <a:rPr lang="ko-KR" altLang="en-US" dirty="0"/>
              <a:t>사업의 명칭을 적어주세요</a:t>
            </a:r>
            <a:r>
              <a:rPr lang="en-US" altLang="ko-KR" dirty="0"/>
              <a:t>.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892303B8-B94E-426D-8261-F89CA241D9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438" y="374583"/>
            <a:ext cx="2449559" cy="192365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07C8C558-DEFA-4027-B96D-6D9CA55B6B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0517" y="528442"/>
            <a:ext cx="804036" cy="21245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EE6B04-69C7-46AC-BFA3-377C621A9960}"/>
              </a:ext>
            </a:extLst>
          </p:cNvPr>
          <p:cNvSpPr/>
          <p:nvPr userDrawn="1"/>
        </p:nvSpPr>
        <p:spPr>
          <a:xfrm>
            <a:off x="8405813" y="1073431"/>
            <a:ext cx="1052512" cy="453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</p:spTree>
    <p:extLst>
      <p:ext uri="{BB962C8B-B14F-4D97-AF65-F5344CB8AC3E}">
        <p14:creationId xmlns:p14="http://schemas.microsoft.com/office/powerpoint/2010/main" val="121235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앞 커버_black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954" y="1122363"/>
            <a:ext cx="9000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문서의 명칭을 적어주세요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2955" y="3602038"/>
            <a:ext cx="9000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시스템의 명칭을 적어주세요</a:t>
            </a:r>
            <a:r>
              <a:rPr lang="en-US" altLang="ko-KR" dirty="0"/>
              <a:t>.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07AEE5E-90F5-4E00-B609-21C6BB986F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955" y="4024554"/>
            <a:ext cx="9000000" cy="2331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r" defTabSz="914324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000" spc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lang="ko-KR" altLang="en-US" sz="1050" dirty="0" smtClean="0">
                <a:solidFill>
                  <a:schemeClr val="accent2"/>
                </a:solidFill>
              </a:defRPr>
            </a:lvl2pPr>
            <a:lvl3pPr>
              <a:defRPr lang="ko-KR" altLang="en-US" sz="1050" dirty="0" smtClean="0">
                <a:solidFill>
                  <a:schemeClr val="accent2"/>
                </a:solidFill>
              </a:defRPr>
            </a:lvl3pPr>
            <a:lvl4pPr>
              <a:defRPr lang="ko-KR" altLang="en-US" sz="1050" dirty="0" smtClean="0">
                <a:solidFill>
                  <a:schemeClr val="accent2"/>
                </a:solidFill>
              </a:defRPr>
            </a:lvl4pPr>
            <a:lvl5pPr>
              <a:defRPr lang="ko-KR" altLang="en-US" sz="1050" dirty="0">
                <a:solidFill>
                  <a:schemeClr val="accent2"/>
                </a:solidFill>
              </a:defRPr>
            </a:lvl5pPr>
          </a:lstStyle>
          <a:p>
            <a:pPr marL="0" lvl="0" indent="0" algn="r">
              <a:buNone/>
            </a:pPr>
            <a:r>
              <a:rPr lang="ko-KR" altLang="en-US" dirty="0"/>
              <a:t>사업의 명칭을 적어주세요</a:t>
            </a:r>
            <a:r>
              <a:rPr lang="en-US" altLang="ko-KR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0B07F82-BA1E-4EF0-85B6-57B7A1CCCC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51293" y="528144"/>
            <a:ext cx="805444" cy="210056"/>
          </a:xfrm>
          <a:prstGeom prst="rect">
            <a:avLst/>
          </a:prstGeom>
        </p:spPr>
      </p:pic>
      <p:pic>
        <p:nvPicPr>
          <p:cNvPr id="9" name="그래픽 6">
            <a:extLst>
              <a:ext uri="{FF2B5EF4-FFF2-40B4-BE49-F238E27FC236}">
                <a16:creationId xmlns:a16="http://schemas.microsoft.com/office/drawing/2014/main" id="{8E68580D-BBF5-FC40-8247-4096FCF799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675" y="363231"/>
            <a:ext cx="2442529" cy="19236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4F824E-A1C5-D34B-A1F3-4FB3CF998CED}"/>
              </a:ext>
            </a:extLst>
          </p:cNvPr>
          <p:cNvSpPr/>
          <p:nvPr userDrawn="1"/>
        </p:nvSpPr>
        <p:spPr>
          <a:xfrm>
            <a:off x="8405813" y="1073431"/>
            <a:ext cx="1052512" cy="453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</p:spTree>
    <p:extLst>
      <p:ext uri="{BB962C8B-B14F-4D97-AF65-F5344CB8AC3E}">
        <p14:creationId xmlns:p14="http://schemas.microsoft.com/office/powerpoint/2010/main" val="285393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뒤 커버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F0CB1BC1-E3DE-4E01-BA36-1611CFBC35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008" y="3083400"/>
            <a:ext cx="804036" cy="212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EC0309-4E92-E548-AA1F-207717E4D8FC}"/>
              </a:ext>
            </a:extLst>
          </p:cNvPr>
          <p:cNvSpPr txBox="1"/>
          <p:nvPr userDrawn="1"/>
        </p:nvSpPr>
        <p:spPr>
          <a:xfrm>
            <a:off x="3284600" y="6129779"/>
            <a:ext cx="598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78940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주식회사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꿀비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대전광역시 서구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둔산대로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117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번길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102,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아트벤쳐빌딩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403, 601  </a:t>
            </a:r>
          </a:p>
          <a:p>
            <a:pPr algn="r" defTabSz="478940"/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www.ggulb.net</a:t>
            </a:r>
            <a:endParaRPr lang="en-US" altLang="ko-KR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" name="직선 연결선 13">
            <a:extLst>
              <a:ext uri="{FF2B5EF4-FFF2-40B4-BE49-F238E27FC236}">
                <a16:creationId xmlns:a16="http://schemas.microsoft.com/office/drawing/2014/main" id="{935FC724-2933-D84F-ABAE-76EFC6BE7BE1}"/>
              </a:ext>
            </a:extLst>
          </p:cNvPr>
          <p:cNvCxnSpPr>
            <a:cxnSpLocks/>
          </p:cNvCxnSpPr>
          <p:nvPr userDrawn="1"/>
        </p:nvCxnSpPr>
        <p:spPr>
          <a:xfrm>
            <a:off x="634728" y="6097445"/>
            <a:ext cx="8633096" cy="0"/>
          </a:xfrm>
          <a:prstGeom prst="line">
            <a:avLst/>
          </a:prstGeom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04876F-3333-FB4E-97F4-4BFB40C1F42A}"/>
              </a:ext>
            </a:extLst>
          </p:cNvPr>
          <p:cNvSpPr txBox="1"/>
          <p:nvPr userDrawn="1"/>
        </p:nvSpPr>
        <p:spPr>
          <a:xfrm>
            <a:off x="650113" y="6129779"/>
            <a:ext cx="35032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Copyright 2021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ggulb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inc.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all right reserved. 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E2E16-51A2-1C4F-B74F-EE74E82E91B8}"/>
              </a:ext>
            </a:extLst>
          </p:cNvPr>
          <p:cNvSpPr txBox="1"/>
          <p:nvPr userDrawn="1"/>
        </p:nvSpPr>
        <p:spPr>
          <a:xfrm>
            <a:off x="3623309" y="2952718"/>
            <a:ext cx="5644515" cy="473814"/>
          </a:xfrm>
          <a:prstGeom prst="rect">
            <a:avLst/>
          </a:prstGeom>
        </p:spPr>
        <p:txBody>
          <a:bodyPr vert="horz" wrap="none" lIns="90000" tIns="0" rIns="90000" bIns="0" rtlCol="0" anchor="ctr" anchorCtr="0">
            <a:noAutofit/>
          </a:bodyPr>
          <a:lstStyle>
            <a:lvl1pPr marL="108000" indent="0" algn="r" defTabSz="914400" latinLnBrk="1">
              <a:lnSpc>
                <a:spcPct val="90000"/>
              </a:lnSpc>
              <a:spcBef>
                <a:spcPct val="0"/>
              </a:spcBef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60000" lvl="0" indent="252000">
              <a:lnSpc>
                <a:spcPct val="100000"/>
              </a:lnSpc>
              <a:buFontTx/>
              <a:buBlip>
                <a:blip r:embed="rId6"/>
              </a:buBlip>
            </a:pPr>
            <a:r>
              <a:rPr lang="ko-KR" altLang="en-US" dirty="0">
                <a:solidFill>
                  <a:schemeClr val="tx1"/>
                </a:solidFill>
              </a:rPr>
              <a:t>감사합니다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8" name="그래픽 16">
            <a:extLst>
              <a:ext uri="{FF2B5EF4-FFF2-40B4-BE49-F238E27FC236}">
                <a16:creationId xmlns:a16="http://schemas.microsoft.com/office/drawing/2014/main" id="{CD333895-D863-A245-A8F4-28202EB2FCC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5295" y="2467175"/>
            <a:ext cx="2442529" cy="192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0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 커버_black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16">
            <a:extLst>
              <a:ext uri="{FF2B5EF4-FFF2-40B4-BE49-F238E27FC236}">
                <a16:creationId xmlns:a16="http://schemas.microsoft.com/office/drawing/2014/main" id="{ABB85623-E1F7-DB43-BE07-CA2A45486B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5295" y="2467175"/>
            <a:ext cx="2442529" cy="19236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224F25-1062-40E1-B296-9D6AA9AB3259}"/>
              </a:ext>
            </a:extLst>
          </p:cNvPr>
          <p:cNvSpPr txBox="1"/>
          <p:nvPr userDrawn="1"/>
        </p:nvSpPr>
        <p:spPr>
          <a:xfrm>
            <a:off x="3284600" y="6129779"/>
            <a:ext cx="598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78940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주식회사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꿀비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대전광역시 서구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둔산대로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117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번길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102,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아트벤쳐빌딩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403, 601  </a:t>
            </a:r>
          </a:p>
          <a:p>
            <a:pPr algn="r" defTabSz="478940"/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www.ggulb.net</a:t>
            </a:r>
            <a:endParaRPr lang="en-US" altLang="ko-KR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A976625-57DF-4383-858D-8AD134B43C4B}"/>
              </a:ext>
            </a:extLst>
          </p:cNvPr>
          <p:cNvCxnSpPr>
            <a:cxnSpLocks/>
          </p:cNvCxnSpPr>
          <p:nvPr userDrawn="1"/>
        </p:nvCxnSpPr>
        <p:spPr>
          <a:xfrm>
            <a:off x="634728" y="6097445"/>
            <a:ext cx="8633096" cy="0"/>
          </a:xfrm>
          <a:prstGeom prst="line">
            <a:avLst/>
          </a:prstGeom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FB8719-21E9-4A22-B6FD-84E107B765DA}"/>
              </a:ext>
            </a:extLst>
          </p:cNvPr>
          <p:cNvSpPr txBox="1"/>
          <p:nvPr userDrawn="1"/>
        </p:nvSpPr>
        <p:spPr>
          <a:xfrm>
            <a:off x="650113" y="6129779"/>
            <a:ext cx="35032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Copyright 2021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ggulb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inc.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all right reserved. 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5FE82-2AC8-4547-91FA-4559FE9B64E3}"/>
              </a:ext>
            </a:extLst>
          </p:cNvPr>
          <p:cNvSpPr txBox="1"/>
          <p:nvPr userDrawn="1"/>
        </p:nvSpPr>
        <p:spPr>
          <a:xfrm>
            <a:off x="3623309" y="2952718"/>
            <a:ext cx="5644515" cy="473814"/>
          </a:xfrm>
          <a:prstGeom prst="rect">
            <a:avLst/>
          </a:prstGeom>
        </p:spPr>
        <p:txBody>
          <a:bodyPr vert="horz" wrap="none" lIns="90000" tIns="0" rIns="90000" bIns="0" rtlCol="0" anchor="ctr" anchorCtr="0">
            <a:noAutofit/>
          </a:bodyPr>
          <a:lstStyle>
            <a:lvl1pPr marL="108000" indent="0" algn="r" defTabSz="914400" latinLnBrk="1">
              <a:lnSpc>
                <a:spcPct val="90000"/>
              </a:lnSpc>
              <a:spcBef>
                <a:spcPct val="0"/>
              </a:spcBef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60000" lvl="0" indent="252000">
              <a:lnSpc>
                <a:spcPct val="100000"/>
              </a:lnSpc>
              <a:buFontTx/>
              <a:buBlip>
                <a:blip r:embed="rId5"/>
              </a:buBlip>
            </a:pPr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647A55-C009-42FE-91C7-9BF6F55118B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53600" y="3084597"/>
            <a:ext cx="805444" cy="2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0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" userDrawn="1">
          <p15:clr>
            <a:srgbClr val="FBAE40"/>
          </p15:clr>
        </p15:guide>
        <p15:guide id="2" pos="584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뒤 커버_명함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C4196DC-551A-2243-B475-E5EB8F2BBA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5824" y="2548930"/>
            <a:ext cx="3238500" cy="1803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D15549-AADE-DD48-A150-F44DB5AB3880}"/>
              </a:ext>
            </a:extLst>
          </p:cNvPr>
          <p:cNvSpPr txBox="1"/>
          <p:nvPr userDrawn="1"/>
        </p:nvSpPr>
        <p:spPr>
          <a:xfrm>
            <a:off x="494222" y="3621954"/>
            <a:ext cx="5644515" cy="473814"/>
          </a:xfrm>
          <a:prstGeom prst="rect">
            <a:avLst/>
          </a:prstGeom>
        </p:spPr>
        <p:txBody>
          <a:bodyPr vert="horz" wrap="none" lIns="90000" tIns="0" rIns="90000" bIns="0" rtlCol="0" anchor="ctr" anchorCtr="0">
            <a:noAutofit/>
          </a:bodyPr>
          <a:lstStyle>
            <a:lvl1pPr marL="108000" indent="0" algn="r" defTabSz="914400" latinLnBrk="1">
              <a:lnSpc>
                <a:spcPct val="90000"/>
              </a:lnSpc>
              <a:spcBef>
                <a:spcPct val="0"/>
              </a:spcBef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252000" algn="l">
              <a:lnSpc>
                <a:spcPct val="100000"/>
              </a:lnSpc>
              <a:buFontTx/>
              <a:buBlip>
                <a:blip r:embed="rId5"/>
              </a:buBlip>
            </a:pPr>
            <a:r>
              <a:rPr lang="ko-KR" altLang="en-US" dirty="0">
                <a:solidFill>
                  <a:schemeClr val="tx1"/>
                </a:solidFill>
              </a:rPr>
              <a:t>감사합니다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DD6AADCD-9375-9F40-8012-5005AC5E9AE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728" y="3083400"/>
            <a:ext cx="804036" cy="2124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01E582-B090-0942-AD15-31C3A65329A9}"/>
              </a:ext>
            </a:extLst>
          </p:cNvPr>
          <p:cNvSpPr txBox="1"/>
          <p:nvPr userDrawn="1"/>
        </p:nvSpPr>
        <p:spPr>
          <a:xfrm>
            <a:off x="3284600" y="6129779"/>
            <a:ext cx="598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78940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주식회사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꿀비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대전광역시 서구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둔산대로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117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번길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102,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아트벤쳐빌딩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403, 601  </a:t>
            </a:r>
          </a:p>
          <a:p>
            <a:pPr algn="r" defTabSz="478940"/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www.ggulb.net</a:t>
            </a:r>
            <a:endParaRPr lang="en-US" altLang="ko-KR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직선 연결선 13">
            <a:extLst>
              <a:ext uri="{FF2B5EF4-FFF2-40B4-BE49-F238E27FC236}">
                <a16:creationId xmlns:a16="http://schemas.microsoft.com/office/drawing/2014/main" id="{604C9C26-A758-3746-A7F5-5A0E0460FA77}"/>
              </a:ext>
            </a:extLst>
          </p:cNvPr>
          <p:cNvCxnSpPr>
            <a:cxnSpLocks/>
          </p:cNvCxnSpPr>
          <p:nvPr userDrawn="1"/>
        </p:nvCxnSpPr>
        <p:spPr>
          <a:xfrm>
            <a:off x="634728" y="6097445"/>
            <a:ext cx="8633096" cy="0"/>
          </a:xfrm>
          <a:prstGeom prst="line">
            <a:avLst/>
          </a:prstGeom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9083EBF-8CCE-FE4D-AD3C-E8D7F6AB9623}"/>
              </a:ext>
            </a:extLst>
          </p:cNvPr>
          <p:cNvSpPr txBox="1"/>
          <p:nvPr userDrawn="1"/>
        </p:nvSpPr>
        <p:spPr>
          <a:xfrm>
            <a:off x="650113" y="6129779"/>
            <a:ext cx="35032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Copyright 2021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ggulb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inc.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all right reserved. 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98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뒤 커버_명함_black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D647A55-C009-42FE-91C7-9BF6F55118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728" y="3084597"/>
            <a:ext cx="805444" cy="2100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3B871C0-4E16-3E4A-AE9F-AC7B01ADEE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88560" y="-2127510"/>
            <a:ext cx="4800600" cy="1600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F98355-9A81-234C-B874-55879D302C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5824" y="2548930"/>
            <a:ext cx="3238500" cy="1803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C52BF3-315F-DF42-B55D-DBFF46F55AB4}"/>
              </a:ext>
            </a:extLst>
          </p:cNvPr>
          <p:cNvSpPr txBox="1"/>
          <p:nvPr userDrawn="1"/>
        </p:nvSpPr>
        <p:spPr>
          <a:xfrm>
            <a:off x="494222" y="3621954"/>
            <a:ext cx="5644515" cy="473814"/>
          </a:xfrm>
          <a:prstGeom prst="rect">
            <a:avLst/>
          </a:prstGeom>
        </p:spPr>
        <p:txBody>
          <a:bodyPr vert="horz" wrap="none" lIns="90000" tIns="0" rIns="90000" bIns="0" rtlCol="0" anchor="ctr" anchorCtr="0">
            <a:noAutofit/>
          </a:bodyPr>
          <a:lstStyle>
            <a:lvl1pPr marL="108000" indent="0" algn="r" defTabSz="914400" latinLnBrk="1">
              <a:lnSpc>
                <a:spcPct val="90000"/>
              </a:lnSpc>
              <a:spcBef>
                <a:spcPct val="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252000" algn="l">
              <a:lnSpc>
                <a:spcPct val="100000"/>
              </a:lnSpc>
              <a:buFontTx/>
              <a:buBlip>
                <a:blip r:embed="rId7"/>
              </a:buBlip>
            </a:pPr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C6A956-CBBC-3645-BE6A-86606699DFCB}"/>
              </a:ext>
            </a:extLst>
          </p:cNvPr>
          <p:cNvSpPr txBox="1"/>
          <p:nvPr userDrawn="1"/>
        </p:nvSpPr>
        <p:spPr>
          <a:xfrm>
            <a:off x="3284600" y="6129779"/>
            <a:ext cx="598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78940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주식회사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꿀비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대전광역시 서구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둔산대로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117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번길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102,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아트벤쳐빌딩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403, 601  </a:t>
            </a:r>
          </a:p>
          <a:p>
            <a:pPr algn="r" defTabSz="478940"/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www.ggulb.net</a:t>
            </a:r>
            <a:endParaRPr lang="en-US" altLang="ko-KR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6" name="직선 연결선 13">
            <a:extLst>
              <a:ext uri="{FF2B5EF4-FFF2-40B4-BE49-F238E27FC236}">
                <a16:creationId xmlns:a16="http://schemas.microsoft.com/office/drawing/2014/main" id="{1068DDFF-F9EC-FC41-A6A4-0DF9154A3A8B}"/>
              </a:ext>
            </a:extLst>
          </p:cNvPr>
          <p:cNvCxnSpPr>
            <a:cxnSpLocks/>
          </p:cNvCxnSpPr>
          <p:nvPr userDrawn="1"/>
        </p:nvCxnSpPr>
        <p:spPr>
          <a:xfrm>
            <a:off x="634728" y="6097445"/>
            <a:ext cx="8633096" cy="0"/>
          </a:xfrm>
          <a:prstGeom prst="line">
            <a:avLst/>
          </a:prstGeom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01C7B7-24BF-B145-A81D-EFA0F2B528FC}"/>
              </a:ext>
            </a:extLst>
          </p:cNvPr>
          <p:cNvSpPr txBox="1"/>
          <p:nvPr userDrawn="1"/>
        </p:nvSpPr>
        <p:spPr>
          <a:xfrm>
            <a:off x="650113" y="6129779"/>
            <a:ext cx="35032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Copyright 2021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ggulb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inc.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all right reserved. 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42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무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래픽 8">
            <a:extLst>
              <a:ext uri="{FF2B5EF4-FFF2-40B4-BE49-F238E27FC236}">
                <a16:creationId xmlns:a16="http://schemas.microsoft.com/office/drawing/2014/main" id="{5747D4DE-8BE5-4F2A-83F7-9966ADC7B0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134" t="54524"/>
          <a:stretch/>
        </p:blipFill>
        <p:spPr>
          <a:xfrm>
            <a:off x="-1" y="0"/>
            <a:ext cx="1032221" cy="543188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372050A-9B73-F144-AD23-D0D195613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C841EA8-9C99-2849-9358-DCD86D040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242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문서 개요 &amp; 개정 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래픽 8">
            <a:extLst>
              <a:ext uri="{FF2B5EF4-FFF2-40B4-BE49-F238E27FC236}">
                <a16:creationId xmlns:a16="http://schemas.microsoft.com/office/drawing/2014/main" id="{5747D4DE-8BE5-4F2A-83F7-9966ADC7B0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134" t="54524"/>
          <a:stretch/>
        </p:blipFill>
        <p:spPr>
          <a:xfrm>
            <a:off x="-1" y="0"/>
            <a:ext cx="1032221" cy="543188"/>
          </a:xfrm>
          <a:prstGeom prst="rect">
            <a:avLst/>
          </a:prstGeom>
        </p:spPr>
      </p:pic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57A411BB-EEF7-584E-A0F9-F064C842A41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56330676"/>
              </p:ext>
            </p:extLst>
          </p:nvPr>
        </p:nvGraphicFramePr>
        <p:xfrm>
          <a:off x="139486" y="1030567"/>
          <a:ext cx="9639514" cy="1194600"/>
        </p:xfrm>
        <a:graphic>
          <a:graphicData uri="http://schemas.openxmlformats.org/drawingml/2006/table">
            <a:tbl>
              <a:tblPr firstRow="1" firstCol="1" lastRow="1" lastCol="1">
                <a:tableStyleId>{8799B23B-EC83-4686-B30A-512413B5E67A}</a:tableStyleId>
              </a:tblPr>
              <a:tblGrid>
                <a:gridCol w="2061457">
                  <a:extLst>
                    <a:ext uri="{9D8B030D-6E8A-4147-A177-3AD203B41FA5}">
                      <a16:colId xmlns:a16="http://schemas.microsoft.com/office/drawing/2014/main" val="2537275398"/>
                    </a:ext>
                  </a:extLst>
                </a:gridCol>
                <a:gridCol w="7578057">
                  <a:extLst>
                    <a:ext uri="{9D8B030D-6E8A-4147-A177-3AD203B41FA5}">
                      <a16:colId xmlns:a16="http://schemas.microsoft.com/office/drawing/2014/main" val="2553372595"/>
                    </a:ext>
                  </a:extLst>
                </a:gridCol>
              </a:tblGrid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프로젝트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명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353526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시스템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명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814435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93161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산출물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명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475590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작성일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자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" altLang="ko-Kore-KR" sz="800" b="0" dirty="0"/>
                        <a:t>YYYY.MM.DD.</a:t>
                      </a:r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5163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ore-KR" sz="800" b="0" dirty="0"/>
                        <a:t>0</a:t>
                      </a:r>
                      <a:r>
                        <a:rPr lang="en-US" altLang="ko-KR" sz="800" b="0" dirty="0"/>
                        <a:t>.0.1</a:t>
                      </a:r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58056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20AE7BD3-E76F-594B-B2C8-76CEEDDDB223}"/>
              </a:ext>
            </a:extLst>
          </p:cNvPr>
          <p:cNvGrpSpPr/>
          <p:nvPr userDrawn="1"/>
        </p:nvGrpSpPr>
        <p:grpSpPr>
          <a:xfrm>
            <a:off x="160224" y="730631"/>
            <a:ext cx="850959" cy="230832"/>
            <a:chOff x="611188" y="2307530"/>
            <a:chExt cx="850959" cy="23083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D28960E-485C-A54F-A675-771390779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188" y="2340396"/>
              <a:ext cx="165100" cy="1651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49E85-54E1-B040-BC54-2BFDAA2FA117}"/>
                </a:ext>
              </a:extLst>
            </p:cNvPr>
            <p:cNvSpPr txBox="1"/>
            <p:nvPr/>
          </p:nvSpPr>
          <p:spPr>
            <a:xfrm>
              <a:off x="775741" y="2307530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문서 개요</a:t>
              </a:r>
            </a:p>
          </p:txBody>
        </p:sp>
      </p:grpSp>
      <p:graphicFrame>
        <p:nvGraphicFramePr>
          <p:cNvPr id="12" name="표 19">
            <a:extLst>
              <a:ext uri="{FF2B5EF4-FFF2-40B4-BE49-F238E27FC236}">
                <a16:creationId xmlns:a16="http://schemas.microsoft.com/office/drawing/2014/main" id="{50257B15-2858-924A-AB83-3818B42243E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29020935"/>
              </p:ext>
            </p:extLst>
          </p:nvPr>
        </p:nvGraphicFramePr>
        <p:xfrm>
          <a:off x="128588" y="2853084"/>
          <a:ext cx="9658871" cy="53538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34716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090696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258044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8372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838164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버전</a:t>
                      </a:r>
                    </a:p>
                  </a:txBody>
                  <a:tcPr marL="62380" marR="62380" marT="50398" marB="50398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변경일</a:t>
                      </a: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변경</a:t>
                      </a:r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내용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작성자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승인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0.0</a:t>
                      </a:r>
                      <a:r>
                        <a:rPr lang="en-US" altLang="ko-KR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.1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2021.02.09</a:t>
                      </a:r>
                      <a:r>
                        <a:rPr lang="en-US" altLang="ko-KR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0" algn="r"/>
                          <a:tab pos="85725" algn="l"/>
                        </a:tabLst>
                        <a:defRPr/>
                      </a:pPr>
                      <a:r>
                        <a:rPr lang="ko-KR" altLang="en-US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내용을 적어주세요</a:t>
                      </a:r>
                      <a:br>
                        <a:rPr lang="en-US" altLang="ko-KR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- </a:t>
                      </a:r>
                      <a:r>
                        <a:rPr lang="ko-KR" alt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상세내용을 적어주세요</a:t>
                      </a:r>
                      <a:endParaRPr lang="en-US" altLang="ko-KR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이름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이름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198417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02843888-C461-1047-9362-C5DAF31E10BD}"/>
              </a:ext>
            </a:extLst>
          </p:cNvPr>
          <p:cNvGrpSpPr/>
          <p:nvPr userDrawn="1"/>
        </p:nvGrpSpPr>
        <p:grpSpPr>
          <a:xfrm>
            <a:off x="153891" y="2553148"/>
            <a:ext cx="856897" cy="230832"/>
            <a:chOff x="611188" y="2307530"/>
            <a:chExt cx="856897" cy="2308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C441A7E-0BC7-0646-A297-C01AF7C13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188" y="2340396"/>
              <a:ext cx="165100" cy="1651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C1EE3F-3973-F442-8D86-A27B4BA9D155}"/>
                </a:ext>
              </a:extLst>
            </p:cNvPr>
            <p:cNvSpPr txBox="1"/>
            <p:nvPr/>
          </p:nvSpPr>
          <p:spPr>
            <a:xfrm>
              <a:off x="781679" y="2307530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개정 이력</a:t>
              </a: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C43B48E7-05BE-5745-A0EF-01E811ABFF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13754" y="2673082"/>
            <a:ext cx="265246" cy="14337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C14AF50-8DC8-0943-BCAC-BFF2E74BD64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14218" y="2675642"/>
            <a:ext cx="258077" cy="14337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E8B85B4-A305-5149-A2F8-5D028D0478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24768" y="3096319"/>
            <a:ext cx="265246" cy="143376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50BCF8-B924-D24B-8F04-0BE7F9DC3431}"/>
              </a:ext>
            </a:extLst>
          </p:cNvPr>
          <p:cNvSpPr/>
          <p:nvPr userDrawn="1"/>
        </p:nvSpPr>
        <p:spPr>
          <a:xfrm>
            <a:off x="5687568" y="5534419"/>
            <a:ext cx="4085640" cy="7229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kumimoji="1" lang="ko-KR" altLang="en-US" sz="1200" b="1" dirty="0"/>
              <a:t>기본으로 제공되는 문서입니다</a:t>
            </a:r>
            <a:r>
              <a:rPr kumimoji="1" lang="en-US" altLang="ko-KR" sz="1200" b="1" dirty="0"/>
              <a:t>.</a:t>
            </a:r>
            <a:br>
              <a:rPr kumimoji="1" lang="en-US" altLang="ko-KR" sz="1200" b="1" dirty="0"/>
            </a:br>
            <a:r>
              <a:rPr kumimoji="1" lang="ko-KR" altLang="en-US" sz="1200" b="1" dirty="0"/>
              <a:t>페이지 유실되었을 시 본 페이지를 복사해 사용해 주세요</a:t>
            </a:r>
            <a:r>
              <a:rPr kumimoji="1" lang="en-US" altLang="ko-KR" sz="1200" b="1" dirty="0"/>
              <a:t>.</a:t>
            </a:r>
            <a:endParaRPr kumimoji="1" lang="ko-Kore-KR" altLang="en-US" sz="1200" b="1" dirty="0"/>
          </a:p>
        </p:txBody>
      </p:sp>
      <p:sp>
        <p:nvSpPr>
          <p:cNvPr id="21" name="슬라이드 번호 개체 틀 3">
            <a:extLst>
              <a:ext uri="{FF2B5EF4-FFF2-40B4-BE49-F238E27FC236}">
                <a16:creationId xmlns:a16="http://schemas.microsoft.com/office/drawing/2014/main" id="{0DA29F76-72CF-104A-899C-DA0CCCD41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590E1294-B91F-4041-8BD4-EA4B6AB00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567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 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래픽 8">
            <a:extLst>
              <a:ext uri="{FF2B5EF4-FFF2-40B4-BE49-F238E27FC236}">
                <a16:creationId xmlns:a16="http://schemas.microsoft.com/office/drawing/2014/main" id="{5747D4DE-8BE5-4F2A-83F7-9966ADC7B0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134" t="54524"/>
          <a:stretch/>
        </p:blipFill>
        <p:spPr>
          <a:xfrm>
            <a:off x="-1" y="0"/>
            <a:ext cx="1032221" cy="543188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1DB3C61F-D299-4441-AD25-E10F8955C588}"/>
              </a:ext>
            </a:extLst>
          </p:cNvPr>
          <p:cNvGrpSpPr/>
          <p:nvPr userDrawn="1"/>
        </p:nvGrpSpPr>
        <p:grpSpPr>
          <a:xfrm>
            <a:off x="160224" y="730631"/>
            <a:ext cx="850959" cy="230832"/>
            <a:chOff x="611188" y="2307530"/>
            <a:chExt cx="850959" cy="23083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98492DC-9DB7-DD46-8A11-272D530C9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188" y="2340396"/>
              <a:ext cx="165100" cy="1651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DF9F7C-F416-4F44-94AB-1311D0020D62}"/>
                </a:ext>
              </a:extLst>
            </p:cNvPr>
            <p:cNvSpPr txBox="1"/>
            <p:nvPr/>
          </p:nvSpPr>
          <p:spPr>
            <a:xfrm>
              <a:off x="775741" y="2307530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개정 이력</a:t>
              </a:r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00A2841E-9C88-384F-A3A3-56F4EC62271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13754" y="855191"/>
            <a:ext cx="265246" cy="14337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E5C5226-6B25-004C-B6C2-CD39D8D8156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14218" y="857751"/>
            <a:ext cx="258077" cy="14337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707CDE3-BE44-9A40-93AE-D0520CEAD8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24768" y="1278428"/>
            <a:ext cx="265246" cy="1433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C56220D-7CC1-A842-84C7-7E2E2CACB7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24768" y="1487434"/>
            <a:ext cx="265246" cy="143376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00EE9E5D-AB89-DC46-9998-B2178BB134AA}"/>
              </a:ext>
            </a:extLst>
          </p:cNvPr>
          <p:cNvSpPr/>
          <p:nvPr userDrawn="1"/>
        </p:nvSpPr>
        <p:spPr>
          <a:xfrm>
            <a:off x="128588" y="1644311"/>
            <a:ext cx="4085640" cy="7229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200" b="1" dirty="0"/>
              <a:t>기본으로 제공되는 문서입니다</a:t>
            </a:r>
            <a:r>
              <a:rPr kumimoji="1" lang="en-US" altLang="ko-KR" sz="1200" b="1" dirty="0"/>
              <a:t>.</a:t>
            </a:r>
            <a:br>
              <a:rPr kumimoji="1" lang="en-US" altLang="ko-KR" sz="1200" b="1" dirty="0"/>
            </a:br>
            <a:r>
              <a:rPr kumimoji="1" lang="ko-KR" altLang="en-US" sz="1200" b="1" dirty="0"/>
              <a:t>페이지 유실되었을 시 본 페이지를 복사해 사용해 주세요</a:t>
            </a:r>
            <a:r>
              <a:rPr kumimoji="1" lang="en-US" altLang="ko-KR" sz="1200" b="1" dirty="0"/>
              <a:t>.</a:t>
            </a:r>
            <a:endParaRPr kumimoji="1" lang="ko-Kore-KR" altLang="en-US" sz="1200" b="1" dirty="0"/>
          </a:p>
        </p:txBody>
      </p: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B4022B5C-BF43-594F-8649-8798756ED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EE3E0F3D-264F-EC4B-AD5B-E0137F6D5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graphicFrame>
        <p:nvGraphicFramePr>
          <p:cNvPr id="17" name="표 19">
            <a:extLst>
              <a:ext uri="{FF2B5EF4-FFF2-40B4-BE49-F238E27FC236}">
                <a16:creationId xmlns:a16="http://schemas.microsoft.com/office/drawing/2014/main" id="{E382A0A2-CA93-AE4F-BA12-ECB69EDBEA7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939601789"/>
              </p:ext>
            </p:extLst>
          </p:nvPr>
        </p:nvGraphicFramePr>
        <p:xfrm>
          <a:off x="128588" y="1035193"/>
          <a:ext cx="9658871" cy="53538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34716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090696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258044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8372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838164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버전</a:t>
                      </a:r>
                    </a:p>
                  </a:txBody>
                  <a:tcPr marL="62380" marR="62380" marT="50398" marB="50398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변경일</a:t>
                      </a: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변경</a:t>
                      </a:r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내용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작성자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승인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0.0</a:t>
                      </a:r>
                      <a:r>
                        <a:rPr lang="en-US" altLang="ko-KR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.1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2021.02.09</a:t>
                      </a:r>
                      <a:r>
                        <a:rPr lang="en-US" altLang="ko-KR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0" algn="r"/>
                          <a:tab pos="85725" algn="l"/>
                        </a:tabLst>
                        <a:defRPr/>
                      </a:pPr>
                      <a:r>
                        <a:rPr lang="ko-KR" altLang="en-US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내용을 적어주세요</a:t>
                      </a:r>
                      <a:br>
                        <a:rPr lang="en-US" altLang="ko-KR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- </a:t>
                      </a:r>
                      <a:r>
                        <a:rPr lang="ko-KR" alt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상세내용을 적어주세요</a:t>
                      </a:r>
                      <a:endParaRPr lang="en-US" altLang="ko-KR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이름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이름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198417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73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white(이거써주세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타원 15">
            <a:extLst>
              <a:ext uri="{FF2B5EF4-FFF2-40B4-BE49-F238E27FC236}">
                <a16:creationId xmlns:a16="http://schemas.microsoft.com/office/drawing/2014/main" id="{EF5CA770-5B3B-1B4D-B4E0-15796F2AAC35}"/>
              </a:ext>
            </a:extLst>
          </p:cNvPr>
          <p:cNvSpPr/>
          <p:nvPr userDrawn="1"/>
        </p:nvSpPr>
        <p:spPr>
          <a:xfrm>
            <a:off x="4931407" y="2200578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1821C-7C79-0242-9B9A-BEA96A98FD9D}"/>
              </a:ext>
            </a:extLst>
          </p:cNvPr>
          <p:cNvSpPr txBox="1"/>
          <p:nvPr userDrawn="1"/>
        </p:nvSpPr>
        <p:spPr>
          <a:xfrm>
            <a:off x="4380429" y="231863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spc="0" dirty="0">
                <a:latin typeface="+mj-ea"/>
                <a:ea typeface="+mj-ea"/>
              </a:rPr>
              <a:t>Contents</a:t>
            </a:r>
            <a:endParaRPr lang="ko-KR" altLang="en-US" sz="1800" b="1" spc="0" dirty="0">
              <a:latin typeface="+mj-ea"/>
              <a:ea typeface="+mj-ea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CEEFFE8E-C45C-534B-B6FD-1B6294094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565C632-0851-774F-9608-07DCDB177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1909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97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테이블복사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DE7A16-F56E-0743-80A2-88C536183763}"/>
              </a:ext>
            </a:extLst>
          </p:cNvPr>
          <p:cNvSpPr/>
          <p:nvPr userDrawn="1"/>
        </p:nvSpPr>
        <p:spPr>
          <a:xfrm>
            <a:off x="137054" y="336713"/>
            <a:ext cx="5042223" cy="7907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본 마스터는 테이블 </a:t>
            </a:r>
            <a:r>
              <a:rPr kumimoji="1" lang="ko-KR" altLang="en-US" sz="1500" b="1" dirty="0" err="1"/>
              <a:t>복사용으로</a:t>
            </a:r>
            <a:r>
              <a:rPr kumimoji="1" lang="ko-KR" altLang="en-US" sz="1500" b="1" dirty="0"/>
              <a:t> 만들어져</a:t>
            </a:r>
            <a:r>
              <a:rPr kumimoji="1" lang="en-US" altLang="ko-KR" sz="15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앞장에 테이블을 복사해 함께 사용해 주세요</a:t>
            </a:r>
            <a:r>
              <a:rPr kumimoji="1" lang="en-US" altLang="ko-KR" sz="1500" b="1" dirty="0"/>
              <a:t>.</a:t>
            </a:r>
            <a:endParaRPr kumimoji="1" lang="ko-Kore-KR" altLang="en-US" sz="1500" b="1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E00E778-A615-C841-A1F4-02762C09A0CE}"/>
              </a:ext>
            </a:extLst>
          </p:cNvPr>
          <p:cNvSpPr/>
          <p:nvPr userDrawn="1"/>
        </p:nvSpPr>
        <p:spPr>
          <a:xfrm>
            <a:off x="4931407" y="2200578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09CC1C-E297-5B4E-BBD2-2A137219DACB}"/>
              </a:ext>
            </a:extLst>
          </p:cNvPr>
          <p:cNvSpPr txBox="1"/>
          <p:nvPr userDrawn="1"/>
        </p:nvSpPr>
        <p:spPr>
          <a:xfrm>
            <a:off x="4380429" y="231863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latin typeface="+mj-ea"/>
                <a:ea typeface="+mj-ea"/>
              </a:rPr>
              <a:t>Contents</a:t>
            </a:r>
            <a:endParaRPr lang="ko-KR" altLang="en-US" sz="1800" b="1" dirty="0">
              <a:latin typeface="+mj-ea"/>
              <a:ea typeface="+mj-ea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8F3A689E-FEB7-CD46-B345-8971E9AF171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4276486"/>
              </p:ext>
            </p:extLst>
          </p:nvPr>
        </p:nvGraphicFramePr>
        <p:xfrm>
          <a:off x="2335569" y="2946759"/>
          <a:ext cx="5256000" cy="14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비고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195764">
                <a:tc rowSpan="2"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FEB6FCC5-DA5B-C143-9F75-647652758AAA}"/>
              </a:ext>
            </a:extLst>
          </p:cNvPr>
          <p:cNvGrpSpPr/>
          <p:nvPr userDrawn="1"/>
        </p:nvGrpSpPr>
        <p:grpSpPr>
          <a:xfrm>
            <a:off x="9906000" y="2946759"/>
            <a:ext cx="1572016" cy="2383054"/>
            <a:chOff x="6858001" y="1590806"/>
            <a:chExt cx="1572016" cy="238305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A1E6536-DAC4-804F-8CEB-6CC7389E85DA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4677CB2-D82C-594D-AF45-5A68944AFDB2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44DA1B83-8318-2B4E-939A-E5EF64A44E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007946-FBAD-6542-94EE-3E57F1C2BB0C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9D41EBF-086F-D540-9426-7E08EFE55411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6247F3-2721-6140-A0BC-3268706268C1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64CF6D00-66B7-3345-91C5-16936CD76F2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BC9CA631-C527-AB4D-A85A-786C66A25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37F68CA-AD8D-2A4A-B12E-5647D1146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3144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97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white(이거써주세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82B5C7FF-09B7-7B4A-B83D-C1A20454F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2096" y="3096887"/>
            <a:ext cx="1442490" cy="113599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B887BDA2-8DCC-4542-A635-EB2F3162FDF5}"/>
              </a:ext>
            </a:extLst>
          </p:cNvPr>
          <p:cNvSpPr/>
          <p:nvPr userDrawn="1"/>
        </p:nvSpPr>
        <p:spPr>
          <a:xfrm>
            <a:off x="2010709" y="3429001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14" name="텍스트 개체 틀 11">
            <a:extLst>
              <a:ext uri="{FF2B5EF4-FFF2-40B4-BE49-F238E27FC236}">
                <a16:creationId xmlns:a16="http://schemas.microsoft.com/office/drawing/2014/main" id="{45021AC9-370B-704E-9F9E-81781C7E51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322" y="2680040"/>
            <a:ext cx="1253177" cy="1061829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buNone/>
              <a:defRPr sz="7000">
                <a:solidFill>
                  <a:schemeClr val="accent2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en-US" altLang="ko-KR" dirty="0"/>
              <a:t>00</a:t>
            </a:r>
            <a:endParaRPr kumimoji="1" lang="ko-Kore-KR" altLang="en-US" dirty="0"/>
          </a:p>
        </p:txBody>
      </p:sp>
      <p:sp>
        <p:nvSpPr>
          <p:cNvPr id="16" name="텍스트 개체 틀 11">
            <a:extLst>
              <a:ext uri="{FF2B5EF4-FFF2-40B4-BE49-F238E27FC236}">
                <a16:creationId xmlns:a16="http://schemas.microsoft.com/office/drawing/2014/main" id="{BBAAF30E-27DD-5C47-970A-F9075E2858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140" y="3821236"/>
            <a:ext cx="2269494" cy="366304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ko-KR" altLang="en-US" dirty="0"/>
              <a:t>제목을 적어주세요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78D1DA02-D80B-BC47-A7D5-BE34F4A8F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274ACC1-7ED4-A241-BD8F-6F4DB49C3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8128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white(테이블 복사용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4BBDA83-082D-1F48-A3AD-6A5A6A29F12D}"/>
              </a:ext>
            </a:extLst>
          </p:cNvPr>
          <p:cNvSpPr/>
          <p:nvPr userDrawn="1"/>
        </p:nvSpPr>
        <p:spPr>
          <a:xfrm>
            <a:off x="137054" y="342898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본 마스터는 테이블 </a:t>
            </a:r>
            <a:r>
              <a:rPr kumimoji="1" lang="ko-KR" altLang="en-US" sz="1500" b="1" dirty="0" err="1"/>
              <a:t>복사용으로</a:t>
            </a:r>
            <a:r>
              <a:rPr kumimoji="1" lang="ko-KR" altLang="en-US" sz="1500" b="1" dirty="0"/>
              <a:t> 만들어져</a:t>
            </a:r>
            <a:r>
              <a:rPr kumimoji="1" lang="en-US" altLang="ko-KR" sz="15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앞장에 테이블을 복사해 함께 사용해 주세요</a:t>
            </a:r>
            <a:r>
              <a:rPr kumimoji="1" lang="en-US" altLang="ko-KR" sz="1500" b="1" dirty="0"/>
              <a:t>.</a:t>
            </a:r>
            <a:endParaRPr kumimoji="1" lang="ko-Kore-KR" altLang="en-US" sz="1500" b="1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54B176CB-A702-F94C-86D1-220572E394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2096" y="3096887"/>
            <a:ext cx="1442490" cy="1135990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3F938E96-F78B-BA4C-B00A-910C56E0D0E4}"/>
              </a:ext>
            </a:extLst>
          </p:cNvPr>
          <p:cNvSpPr/>
          <p:nvPr userDrawn="1"/>
        </p:nvSpPr>
        <p:spPr>
          <a:xfrm>
            <a:off x="2010709" y="3429001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6E474ED7-6742-A244-BC75-2CBB15A1156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66801273"/>
              </p:ext>
            </p:extLst>
          </p:nvPr>
        </p:nvGraphicFramePr>
        <p:xfrm>
          <a:off x="3862742" y="2749909"/>
          <a:ext cx="5203900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546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35354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4B0A02-C145-EF4A-AA7C-FDB841A26CE1}"/>
              </a:ext>
            </a:extLst>
          </p:cNvPr>
          <p:cNvGrpSpPr/>
          <p:nvPr userDrawn="1"/>
        </p:nvGrpSpPr>
        <p:grpSpPr>
          <a:xfrm>
            <a:off x="9906000" y="2749909"/>
            <a:ext cx="1572016" cy="2383054"/>
            <a:chOff x="6858001" y="1590806"/>
            <a:chExt cx="1572016" cy="238305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921193C-0D25-974D-9B7C-3A60E2CC167A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07C2E3C-887D-834A-B655-A30C54AE3B4A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97C24512-1D1E-CE4E-9FFB-4559497288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210771-BE49-4E49-A806-83E14F412369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36444A3-5317-094F-9A85-A29944688C35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95D3499-D749-614D-8D35-6A667F4AD33F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A844A7CC-0E0E-FE44-905E-7EC29F6BC1A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  <p:sp>
        <p:nvSpPr>
          <p:cNvPr id="23" name="텍스트 개체 틀 11">
            <a:extLst>
              <a:ext uri="{FF2B5EF4-FFF2-40B4-BE49-F238E27FC236}">
                <a16:creationId xmlns:a16="http://schemas.microsoft.com/office/drawing/2014/main" id="{BA8ACA35-71D6-4D4C-9BDE-286E81B1F7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322" y="2680040"/>
            <a:ext cx="1253177" cy="1061829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buNone/>
              <a:defRPr sz="7000">
                <a:solidFill>
                  <a:schemeClr val="accent2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en-US" altLang="ko-KR" dirty="0"/>
              <a:t>00</a:t>
            </a:r>
            <a:endParaRPr kumimoji="1" lang="ko-Kore-KR" altLang="en-US" dirty="0"/>
          </a:p>
        </p:txBody>
      </p:sp>
      <p:sp>
        <p:nvSpPr>
          <p:cNvPr id="24" name="텍스트 개체 틀 11">
            <a:extLst>
              <a:ext uri="{FF2B5EF4-FFF2-40B4-BE49-F238E27FC236}">
                <a16:creationId xmlns:a16="http://schemas.microsoft.com/office/drawing/2014/main" id="{25E3F400-4A0B-E942-90DB-F50475CA1A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140" y="3821236"/>
            <a:ext cx="2269494" cy="366304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ko-KR" altLang="en-US" dirty="0"/>
              <a:t>제목을 적어주세요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25" name="슬라이드 번호 개체 틀 3">
            <a:extLst>
              <a:ext uri="{FF2B5EF4-FFF2-40B4-BE49-F238E27FC236}">
                <a16:creationId xmlns:a16="http://schemas.microsoft.com/office/drawing/2014/main" id="{DF69EF03-1DB5-9942-BA25-4E5273982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F7E10065-3A23-F64A-BD5B-DAFA587C4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6870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A81253D1-5892-4C74-A791-6ABACEF90D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134" t="54524"/>
          <a:stretch/>
        </p:blipFill>
        <p:spPr>
          <a:xfrm>
            <a:off x="-1" y="0"/>
            <a:ext cx="1032221" cy="543188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BDA820C-45D9-460F-8E69-1C14D405199E}"/>
              </a:ext>
            </a:extLst>
          </p:cNvPr>
          <p:cNvSpPr/>
          <p:nvPr userDrawn="1"/>
        </p:nvSpPr>
        <p:spPr>
          <a:xfrm>
            <a:off x="1602517" y="813750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19293-FE39-4495-A809-3E54793218B7}"/>
              </a:ext>
            </a:extLst>
          </p:cNvPr>
          <p:cNvSpPr txBox="1"/>
          <p:nvPr userDrawn="1"/>
        </p:nvSpPr>
        <p:spPr>
          <a:xfrm>
            <a:off x="454819" y="533664"/>
            <a:ext cx="1145442" cy="363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64" b="1" dirty="0">
                <a:latin typeface="+mj-ea"/>
                <a:ea typeface="+mj-ea"/>
              </a:rPr>
              <a:t>Contents</a:t>
            </a:r>
            <a:endParaRPr lang="ko-KR" altLang="en-US" sz="1764" b="1" dirty="0"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12A381-40C4-4E95-BC40-6D0EDD6FC276}"/>
              </a:ext>
            </a:extLst>
          </p:cNvPr>
          <p:cNvSpPr/>
          <p:nvPr userDrawn="1"/>
        </p:nvSpPr>
        <p:spPr>
          <a:xfrm>
            <a:off x="4218703" y="1499"/>
            <a:ext cx="5228166" cy="8731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528BCA-1A6D-4B43-A594-F97B8EFAA93D}"/>
              </a:ext>
            </a:extLst>
          </p:cNvPr>
          <p:cNvSpPr/>
          <p:nvPr userDrawn="1"/>
        </p:nvSpPr>
        <p:spPr>
          <a:xfrm>
            <a:off x="4218703" y="63973"/>
            <a:ext cx="5228166" cy="8091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/>
          </a:p>
        </p:txBody>
      </p:sp>
      <p:sp>
        <p:nvSpPr>
          <p:cNvPr id="10" name="텍스트 개체 틀 7">
            <a:extLst>
              <a:ext uri="{FF2B5EF4-FFF2-40B4-BE49-F238E27FC236}">
                <a16:creationId xmlns:a16="http://schemas.microsoft.com/office/drawing/2014/main" id="{0AB98DBB-5E1E-4273-8D93-2C40652D23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4531" y="188913"/>
            <a:ext cx="4681273" cy="194027"/>
          </a:xfrm>
        </p:spPr>
        <p:txBody>
          <a:bodyPr>
            <a:spAutoFit/>
          </a:bodyPr>
          <a:lstStyle>
            <a:lvl1pPr marL="108000" indent="0" algn="r">
              <a:buNone/>
              <a:defRPr sz="661"/>
            </a:lvl1pPr>
          </a:lstStyle>
          <a:p>
            <a:pPr lvl="0"/>
            <a:r>
              <a:rPr lang="ko-KR" altLang="en-US" dirty="0"/>
              <a:t>서비스명</a:t>
            </a:r>
          </a:p>
        </p:txBody>
      </p:sp>
      <p:sp>
        <p:nvSpPr>
          <p:cNvPr id="11" name="내용 개체 틀 12">
            <a:extLst>
              <a:ext uri="{FF2B5EF4-FFF2-40B4-BE49-F238E27FC236}">
                <a16:creationId xmlns:a16="http://schemas.microsoft.com/office/drawing/2014/main" id="{F68D2B2F-C37F-4EFA-8F34-41F45FB8F18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64530" y="374298"/>
            <a:ext cx="4681273" cy="194027"/>
          </a:xfrm>
        </p:spPr>
        <p:txBody>
          <a:bodyPr>
            <a:spAutoFit/>
          </a:bodyPr>
          <a:lstStyle>
            <a:lvl1pPr marL="108000" indent="0" algn="r">
              <a:buNone/>
              <a:defRPr sz="661"/>
            </a:lvl1pPr>
          </a:lstStyle>
          <a:p>
            <a:pPr lvl="0"/>
            <a:r>
              <a:rPr lang="ko-KR" altLang="en-US" dirty="0"/>
              <a:t>사업명</a:t>
            </a:r>
          </a:p>
        </p:txBody>
      </p:sp>
      <p:sp>
        <p:nvSpPr>
          <p:cNvPr id="12" name="텍스트 개체 틀 14">
            <a:extLst>
              <a:ext uri="{FF2B5EF4-FFF2-40B4-BE49-F238E27FC236}">
                <a16:creationId xmlns:a16="http://schemas.microsoft.com/office/drawing/2014/main" id="{2087B327-4FAF-49B8-B223-7EFF645911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4530" y="552116"/>
            <a:ext cx="4681272" cy="228076"/>
          </a:xfrm>
        </p:spPr>
        <p:txBody>
          <a:bodyPr wrap="square">
            <a:spAutoFit/>
          </a:bodyPr>
          <a:lstStyle>
            <a:lvl1pPr marL="108000" indent="0" algn="r">
              <a:buNone/>
              <a:defRPr lang="ko-KR" altLang="en-US" sz="882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ko-KR" altLang="en-US" dirty="0" err="1"/>
              <a:t>문서명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2D1CF1-1158-4DAA-83BA-45F01B3D2C46}"/>
              </a:ext>
            </a:extLst>
          </p:cNvPr>
          <p:cNvSpPr/>
          <p:nvPr userDrawn="1"/>
        </p:nvSpPr>
        <p:spPr>
          <a:xfrm>
            <a:off x="4218702" y="0"/>
            <a:ext cx="5234860" cy="471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/>
          </a:p>
        </p:txBody>
      </p:sp>
      <p:sp>
        <p:nvSpPr>
          <p:cNvPr id="22" name="슬라이드 번호 개체 틀 3">
            <a:extLst>
              <a:ext uri="{FF2B5EF4-FFF2-40B4-BE49-F238E27FC236}">
                <a16:creationId xmlns:a16="http://schemas.microsoft.com/office/drawing/2014/main" id="{89AF56C8-3FD2-4368-841B-4AF606CD8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63838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917E93-F8D3-43D8-8558-B062C6737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4708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/>
              <a:t>아키텍쳐 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7FE469C-FA93-F24B-B246-CE27FFD32A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55608825"/>
              </p:ext>
            </p:extLst>
          </p:nvPr>
        </p:nvGraphicFramePr>
        <p:xfrm>
          <a:off x="4218703" y="1132702"/>
          <a:ext cx="5228166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31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57435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33C6AE87-F28D-FD49-867B-27F91A4E4A6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6868490"/>
              </p:ext>
            </p:extLst>
          </p:nvPr>
        </p:nvGraphicFramePr>
        <p:xfrm>
          <a:off x="4218703" y="2734890"/>
          <a:ext cx="5228166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31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57435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11C9AFB-BEDC-D047-884F-457871AB085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92595017"/>
              </p:ext>
            </p:extLst>
          </p:nvPr>
        </p:nvGraphicFramePr>
        <p:xfrm>
          <a:off x="4218703" y="4337078"/>
          <a:ext cx="5228166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31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57435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ack(이거써주세요)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>
            <a:extLst>
              <a:ext uri="{FF2B5EF4-FFF2-40B4-BE49-F238E27FC236}">
                <a16:creationId xmlns:a16="http://schemas.microsoft.com/office/drawing/2014/main" id="{D70BD64C-6F64-A24B-B8F6-DBA1D8327D12}"/>
              </a:ext>
            </a:extLst>
          </p:cNvPr>
          <p:cNvSpPr/>
          <p:nvPr userDrawn="1"/>
        </p:nvSpPr>
        <p:spPr>
          <a:xfrm>
            <a:off x="4931407" y="2200578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7815F3-C7FA-A74F-9C8F-0C3D56A941AC}"/>
              </a:ext>
            </a:extLst>
          </p:cNvPr>
          <p:cNvSpPr txBox="1"/>
          <p:nvPr userDrawn="1"/>
        </p:nvSpPr>
        <p:spPr>
          <a:xfrm>
            <a:off x="4380429" y="231863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Contents</a:t>
            </a:r>
            <a:endParaRPr lang="ko-KR" altLang="en-US" sz="1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7463BB1-B984-6D40-95ED-36545A3957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501" y="6517186"/>
            <a:ext cx="501835" cy="130876"/>
          </a:xfrm>
          <a:prstGeom prst="rect">
            <a:avLst/>
          </a:prstGeom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535A462-D8A3-0747-B9A7-EDAFB56AC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38F1D5A-C0F7-F14B-BC34-DA5013C46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2744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테이블복사용(black)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D6ABD6C-E349-E74D-AC9C-F2EB2578D7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09630769"/>
              </p:ext>
            </p:extLst>
          </p:nvPr>
        </p:nvGraphicFramePr>
        <p:xfrm>
          <a:off x="2335569" y="2946759"/>
          <a:ext cx="5256000" cy="14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비고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195764">
                <a:tc rowSpan="2"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027EA60C-F7E8-324B-AC99-00B8A40C46B0}"/>
              </a:ext>
            </a:extLst>
          </p:cNvPr>
          <p:cNvSpPr/>
          <p:nvPr userDrawn="1"/>
        </p:nvSpPr>
        <p:spPr>
          <a:xfrm>
            <a:off x="4931407" y="2200578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CDBC2-63A7-3D41-950D-5DC643D6815A}"/>
              </a:ext>
            </a:extLst>
          </p:cNvPr>
          <p:cNvSpPr txBox="1"/>
          <p:nvPr userDrawn="1"/>
        </p:nvSpPr>
        <p:spPr>
          <a:xfrm>
            <a:off x="4380429" y="231863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Contents</a:t>
            </a:r>
            <a:endParaRPr lang="ko-KR" altLang="en-US" sz="1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A1D6E4D-166C-7B48-855C-03803F9CBC9D}"/>
              </a:ext>
            </a:extLst>
          </p:cNvPr>
          <p:cNvGrpSpPr/>
          <p:nvPr userDrawn="1"/>
        </p:nvGrpSpPr>
        <p:grpSpPr>
          <a:xfrm>
            <a:off x="9906000" y="2503297"/>
            <a:ext cx="1572016" cy="2383054"/>
            <a:chOff x="6858001" y="1590806"/>
            <a:chExt cx="1572016" cy="238305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44A812F-73F0-9148-ADD6-64226B682E90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69FA2D4-5B4E-5A48-B15F-2671F8D14D01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3B027F1B-5C91-2046-A83B-578197528EB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EFE0A4-0F1E-9947-83F2-AA457F8657F8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AEA3504-312F-474B-80CF-C497FD3A3418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235CC1-2138-6C42-B86E-0DCCA19F42F5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651C1556-D320-5143-BA97-464A1872658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44A80EB0-6D04-724D-BCE8-13ECBE26C7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3501" y="6517186"/>
            <a:ext cx="501835" cy="13087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7F45FB-6E76-DC48-9BCC-801190725E5A}"/>
              </a:ext>
            </a:extLst>
          </p:cNvPr>
          <p:cNvSpPr/>
          <p:nvPr userDrawn="1"/>
        </p:nvSpPr>
        <p:spPr>
          <a:xfrm>
            <a:off x="137054" y="342898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본 마스터는 테이블 </a:t>
            </a:r>
            <a:r>
              <a:rPr kumimoji="1" lang="ko-KR" altLang="en-US" sz="1500" b="1" dirty="0" err="1"/>
              <a:t>복사용으로</a:t>
            </a:r>
            <a:r>
              <a:rPr kumimoji="1" lang="ko-KR" altLang="en-US" sz="1500" b="1" dirty="0"/>
              <a:t> 만들어져</a:t>
            </a:r>
            <a:r>
              <a:rPr kumimoji="1" lang="en-US" altLang="ko-KR" sz="15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앞장에 테이블을 복사해 함께 사용해 주세요</a:t>
            </a:r>
            <a:r>
              <a:rPr kumimoji="1" lang="en-US" altLang="ko-KR" sz="1500" b="1" dirty="0"/>
              <a:t>.</a:t>
            </a:r>
            <a:endParaRPr kumimoji="1" lang="ko-Kore-KR" altLang="en-US" sz="1500" b="1" dirty="0"/>
          </a:p>
        </p:txBody>
      </p:sp>
      <p:sp>
        <p:nvSpPr>
          <p:cNvPr id="24" name="슬라이드 번호 개체 틀 3">
            <a:extLst>
              <a:ext uri="{FF2B5EF4-FFF2-40B4-BE49-F238E27FC236}">
                <a16:creationId xmlns:a16="http://schemas.microsoft.com/office/drawing/2014/main" id="{1A67A66D-6C50-FC43-A8E3-C2FE4DF87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1122025-C172-F343-8042-BAC1856AB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11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black(이거써주세요)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래픽 25">
            <a:extLst>
              <a:ext uri="{FF2B5EF4-FFF2-40B4-BE49-F238E27FC236}">
                <a16:creationId xmlns:a16="http://schemas.microsoft.com/office/drawing/2014/main" id="{A462E391-28E0-A748-9574-2DC5CA8CFE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5280" y="3096887"/>
            <a:ext cx="1442490" cy="1135990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63AA1CE2-C619-CA41-BF01-36F057740155}"/>
              </a:ext>
            </a:extLst>
          </p:cNvPr>
          <p:cNvSpPr/>
          <p:nvPr userDrawn="1"/>
        </p:nvSpPr>
        <p:spPr>
          <a:xfrm>
            <a:off x="2010709" y="3429001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28" name="텍스트 개체 틀 11">
            <a:extLst>
              <a:ext uri="{FF2B5EF4-FFF2-40B4-BE49-F238E27FC236}">
                <a16:creationId xmlns:a16="http://schemas.microsoft.com/office/drawing/2014/main" id="{D7F12CDA-1195-9444-9A93-7461D81861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322" y="2680040"/>
            <a:ext cx="1253177" cy="1061829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buNone/>
              <a:defRPr sz="700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en-US" altLang="ko-KR" dirty="0"/>
              <a:t>00</a:t>
            </a:r>
            <a:endParaRPr kumimoji="1" lang="ko-Kore-KR" altLang="en-US" dirty="0"/>
          </a:p>
        </p:txBody>
      </p:sp>
      <p:sp>
        <p:nvSpPr>
          <p:cNvPr id="29" name="텍스트 개체 틀 11">
            <a:extLst>
              <a:ext uri="{FF2B5EF4-FFF2-40B4-BE49-F238E27FC236}">
                <a16:creationId xmlns:a16="http://schemas.microsoft.com/office/drawing/2014/main" id="{F8938071-6373-8F46-B7AB-4DCC2E8FD0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140" y="3821236"/>
            <a:ext cx="2269494" cy="366304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ko-KR" altLang="en-US" dirty="0"/>
              <a:t>제목을 적어주세요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04729B3-B133-5544-AD7B-9F6DD7D2BF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3501" y="6517186"/>
            <a:ext cx="501835" cy="130876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7AFB64A0-AE0A-074C-B07E-FC007EC95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79AE6CD-3CA2-2640-9623-788F16879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750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테이블복사용(black)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86F5E4C-562B-2146-9DBD-41FA19A117A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44221159"/>
              </p:ext>
            </p:extLst>
          </p:nvPr>
        </p:nvGraphicFramePr>
        <p:xfrm>
          <a:off x="3862742" y="2749909"/>
          <a:ext cx="5203900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546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35354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pic>
        <p:nvPicPr>
          <p:cNvPr id="19" name="그래픽 18">
            <a:extLst>
              <a:ext uri="{FF2B5EF4-FFF2-40B4-BE49-F238E27FC236}">
                <a16:creationId xmlns:a16="http://schemas.microsoft.com/office/drawing/2014/main" id="{BA96F900-8B0E-AB46-A3B7-023EAB6746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5280" y="3096887"/>
            <a:ext cx="1442490" cy="1135990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2EFFCD26-0B8A-7649-B322-A8243331F42F}"/>
              </a:ext>
            </a:extLst>
          </p:cNvPr>
          <p:cNvSpPr/>
          <p:nvPr userDrawn="1"/>
        </p:nvSpPr>
        <p:spPr>
          <a:xfrm>
            <a:off x="2010709" y="3429001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AE6D1C7-2D34-8648-AA10-A7187FDE212D}"/>
              </a:ext>
            </a:extLst>
          </p:cNvPr>
          <p:cNvGrpSpPr/>
          <p:nvPr userDrawn="1"/>
        </p:nvGrpSpPr>
        <p:grpSpPr>
          <a:xfrm>
            <a:off x="9906000" y="2473355"/>
            <a:ext cx="1572016" cy="2383054"/>
            <a:chOff x="6858001" y="1590806"/>
            <a:chExt cx="1572016" cy="238305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C103D48-53A3-C149-B440-C4880340C9EF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6B26F30-D379-4747-8D60-9C66B5F16AC4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789EAF90-66CB-5A47-A26B-F6FC0B4C36A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12B1EB3-4B63-BB41-AC67-30C62B699171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478108B8-BB68-C34F-A24E-96EA2B36BF37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BF8BF9D-FBFA-EA4B-9755-69A5ED5FE827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2173F488-FBB9-1B4E-AA64-5F762928128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  <p:sp>
        <p:nvSpPr>
          <p:cNvPr id="31" name="텍스트 개체 틀 11">
            <a:extLst>
              <a:ext uri="{FF2B5EF4-FFF2-40B4-BE49-F238E27FC236}">
                <a16:creationId xmlns:a16="http://schemas.microsoft.com/office/drawing/2014/main" id="{0E6EA4E2-AA74-9344-8B3A-6A31D9BB2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322" y="2680040"/>
            <a:ext cx="1253177" cy="1061829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buNone/>
              <a:defRPr sz="700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en-US" altLang="ko-KR" dirty="0"/>
              <a:t>00</a:t>
            </a:r>
            <a:endParaRPr kumimoji="1" lang="ko-Kore-KR" altLang="en-US" dirty="0"/>
          </a:p>
        </p:txBody>
      </p:sp>
      <p:sp>
        <p:nvSpPr>
          <p:cNvPr id="32" name="텍스트 개체 틀 11">
            <a:extLst>
              <a:ext uri="{FF2B5EF4-FFF2-40B4-BE49-F238E27FC236}">
                <a16:creationId xmlns:a16="http://schemas.microsoft.com/office/drawing/2014/main" id="{A61F23E1-6BB0-A949-B6F7-CB86773D6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140" y="3821236"/>
            <a:ext cx="2269494" cy="366304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ko-KR" altLang="en-US" dirty="0"/>
              <a:t>제목을 적어주세요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C65537A-9C83-A847-B1E1-170AA79529B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43501" y="6517186"/>
            <a:ext cx="501835" cy="130876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AE1D96-ADD0-7049-A4B9-E293232F9EAD}"/>
              </a:ext>
            </a:extLst>
          </p:cNvPr>
          <p:cNvSpPr/>
          <p:nvPr userDrawn="1"/>
        </p:nvSpPr>
        <p:spPr>
          <a:xfrm>
            <a:off x="137054" y="342898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본 마스터는 테이블 </a:t>
            </a:r>
            <a:r>
              <a:rPr kumimoji="1" lang="ko-KR" altLang="en-US" sz="1600" b="1" dirty="0" err="1"/>
              <a:t>복사용으로</a:t>
            </a:r>
            <a:r>
              <a:rPr kumimoji="1" lang="ko-KR" altLang="en-US" sz="1600" b="1" dirty="0"/>
              <a:t> 만들어져</a:t>
            </a:r>
            <a:r>
              <a:rPr kumimoji="1" lang="en-US" altLang="ko-KR" sz="16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앞장에 테이블을 복사해 함께 사용해 주세요</a:t>
            </a:r>
            <a:r>
              <a:rPr kumimoji="1" lang="en-US" altLang="ko-KR" sz="1600" b="1" dirty="0"/>
              <a:t>.</a:t>
            </a:r>
            <a:endParaRPr kumimoji="1" lang="ko-Kore-KR" altLang="en-US" sz="1600" b="1" dirty="0"/>
          </a:p>
        </p:txBody>
      </p:sp>
      <p:sp>
        <p:nvSpPr>
          <p:cNvPr id="22" name="슬라이드 번호 개체 틀 3">
            <a:extLst>
              <a:ext uri="{FF2B5EF4-FFF2-40B4-BE49-F238E27FC236}">
                <a16:creationId xmlns:a16="http://schemas.microsoft.com/office/drawing/2014/main" id="{080E95EF-7778-0E43-B321-F9C5DA418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79B348DD-5F4A-3C4E-8239-6679617EE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7783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41CF82F3-DFF8-4CAD-94CD-705AD23435D0}"/>
              </a:ext>
            </a:extLst>
          </p:cNvPr>
          <p:cNvGraphicFramePr>
            <a:graphicFrameLocks/>
          </p:cNvGraphicFramePr>
          <p:nvPr userDrawn="1"/>
        </p:nvGraphicFramePr>
        <p:xfrm>
          <a:off x="128588" y="207963"/>
          <a:ext cx="9642807" cy="228602"/>
        </p:xfrm>
        <a:graphic>
          <a:graphicData uri="http://schemas.openxmlformats.org/drawingml/2006/table">
            <a:tbl>
              <a:tblPr firstRow="1" firstCol="1" lastRow="1" lastCol="1">
                <a:tableStyleId>{8799B23B-EC83-4686-B30A-512413B5E67A}</a:tableStyleId>
              </a:tblPr>
              <a:tblGrid>
                <a:gridCol w="2198162">
                  <a:extLst>
                    <a:ext uri="{9D8B030D-6E8A-4147-A177-3AD203B41FA5}">
                      <a16:colId xmlns:a16="http://schemas.microsoft.com/office/drawing/2014/main" val="2537275398"/>
                    </a:ext>
                  </a:extLst>
                </a:gridCol>
                <a:gridCol w="7444645">
                  <a:extLst>
                    <a:ext uri="{9D8B030D-6E8A-4147-A177-3AD203B41FA5}">
                      <a16:colId xmlns:a16="http://schemas.microsoft.com/office/drawing/2014/main" val="2553372595"/>
                    </a:ext>
                  </a:extLst>
                </a:gridCol>
              </a:tblGrid>
              <a:tr h="228602">
                <a:tc>
                  <a:txBody>
                    <a:bodyPr/>
                    <a:lstStyle/>
                    <a:p>
                      <a:pPr lvl="0" algn="l"/>
                      <a:endParaRPr lang="ko-Kore-KR" altLang="en-US" sz="700" b="1" dirty="0"/>
                    </a:p>
                  </a:txBody>
                  <a:tcPr marL="195000" marR="61146" marT="28295" marB="2829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95000" marR="61146" marT="28295" marB="2829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353526"/>
                  </a:ext>
                </a:extLst>
              </a:tr>
            </a:tbl>
          </a:graphicData>
        </a:graphic>
      </p:graphicFrame>
      <p:sp>
        <p:nvSpPr>
          <p:cNvPr id="15" name="텍스트 개체 틀 5">
            <a:extLst>
              <a:ext uri="{FF2B5EF4-FFF2-40B4-BE49-F238E27FC236}">
                <a16:creationId xmlns:a16="http://schemas.microsoft.com/office/drawing/2014/main" id="{B59F5E10-326E-9D44-A702-6542D33B80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65" y="214189"/>
            <a:ext cx="2190672" cy="216000"/>
          </a:xfrm>
          <a:prstGeom prst="rect">
            <a:avLst/>
          </a:prstGeom>
        </p:spPr>
        <p:txBody>
          <a:bodyPr>
            <a:noAutofit/>
          </a:bodyPr>
          <a:lstStyle>
            <a:lvl1pPr marL="108000" indent="0">
              <a:lnSpc>
                <a:spcPct val="100000"/>
              </a:lnSpc>
              <a:buFontTx/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텍스트 개체 틀 5">
            <a:extLst>
              <a:ext uri="{FF2B5EF4-FFF2-40B4-BE49-F238E27FC236}">
                <a16:creationId xmlns:a16="http://schemas.microsoft.com/office/drawing/2014/main" id="{77864350-D0A4-954D-96AB-6BACB19A1B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1643" y="214189"/>
            <a:ext cx="7025769" cy="216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108000" indent="0">
              <a:lnSpc>
                <a:spcPct val="100000"/>
              </a:lnSpc>
              <a:buFontTx/>
              <a:buNone/>
              <a:defRPr sz="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4911D3-3E36-D340-85E8-56386BA29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462F5AFB-6277-5C4F-BF1F-2F4919C8E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8CD60E00-CD6F-E74C-9499-6C9C9EA28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41584" y="214189"/>
            <a:ext cx="387513" cy="21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882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009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50884C2E-8ED0-FA4C-91E9-3ADF647D9F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637" y="206246"/>
            <a:ext cx="642938" cy="4859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anchor="ctr"/>
          <a:lstStyle>
            <a:lvl1pPr marL="108000" indent="0" algn="ctr">
              <a:buFontTx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17" name="직선 연결선 14">
            <a:extLst>
              <a:ext uri="{FF2B5EF4-FFF2-40B4-BE49-F238E27FC236}">
                <a16:creationId xmlns:a16="http://schemas.microsoft.com/office/drawing/2014/main" id="{2D0ACED2-67A9-1C4F-9D8E-13E7C7F34B76}"/>
              </a:ext>
            </a:extLst>
          </p:cNvPr>
          <p:cNvCxnSpPr>
            <a:cxnSpLocks/>
          </p:cNvCxnSpPr>
          <p:nvPr userDrawn="1"/>
        </p:nvCxnSpPr>
        <p:spPr>
          <a:xfrm>
            <a:off x="128588" y="704513"/>
            <a:ext cx="6429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5">
            <a:extLst>
              <a:ext uri="{FF2B5EF4-FFF2-40B4-BE49-F238E27FC236}">
                <a16:creationId xmlns:a16="http://schemas.microsoft.com/office/drawing/2014/main" id="{78E99357-18B8-0A44-97C6-61C45A69A2FC}"/>
              </a:ext>
            </a:extLst>
          </p:cNvPr>
          <p:cNvCxnSpPr>
            <a:cxnSpLocks/>
          </p:cNvCxnSpPr>
          <p:nvPr userDrawn="1"/>
        </p:nvCxnSpPr>
        <p:spPr>
          <a:xfrm flipV="1">
            <a:off x="842963" y="692144"/>
            <a:ext cx="8934449" cy="1236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21">
            <a:extLst>
              <a:ext uri="{FF2B5EF4-FFF2-40B4-BE49-F238E27FC236}">
                <a16:creationId xmlns:a16="http://schemas.microsoft.com/office/drawing/2014/main" id="{57322D85-0B2E-2C42-9178-96C28067F10C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22">
            <a:extLst>
              <a:ext uri="{FF2B5EF4-FFF2-40B4-BE49-F238E27FC236}">
                <a16:creationId xmlns:a16="http://schemas.microsoft.com/office/drawing/2014/main" id="{DB8CD088-CEC4-8E4B-B3E0-6A736D81241D}"/>
              </a:ext>
            </a:extLst>
          </p:cNvPr>
          <p:cNvCxnSpPr>
            <a:cxnSpLocks/>
          </p:cNvCxnSpPr>
          <p:nvPr userDrawn="1"/>
        </p:nvCxnSpPr>
        <p:spPr>
          <a:xfrm>
            <a:off x="842963" y="204064"/>
            <a:ext cx="893444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494C8903-C41B-EB44-857A-44935C5A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63" y="206246"/>
            <a:ext cx="8934450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0034547-CE2F-FA4D-9CA4-524861230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895D7CC4-2D21-C14E-B2D3-A75990226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4462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+소제목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54FFC4-C113-6B42-86FC-C18451525A69}"/>
              </a:ext>
            </a:extLst>
          </p:cNvPr>
          <p:cNvSpPr/>
          <p:nvPr userDrawn="1"/>
        </p:nvSpPr>
        <p:spPr>
          <a:xfrm>
            <a:off x="288338" y="790100"/>
            <a:ext cx="459856" cy="2031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텍스트 개체 틀 8">
            <a:extLst>
              <a:ext uri="{FF2B5EF4-FFF2-40B4-BE49-F238E27FC236}">
                <a16:creationId xmlns:a16="http://schemas.microsoft.com/office/drawing/2014/main" id="{7BE04EFA-6D54-C94B-BCF9-12C666A25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3365" y="810948"/>
            <a:ext cx="527709" cy="369332"/>
          </a:xfrm>
          <a:prstGeom prst="rect">
            <a:avLst/>
          </a:prstGeom>
          <a:solidFill>
            <a:schemeClr val="tx1"/>
          </a:solidFill>
        </p:spPr>
        <p:txBody>
          <a:bodyPr wrap="none" anchor="ctr" anchorCtr="0">
            <a:spAutoFit/>
          </a:bodyPr>
          <a:lstStyle>
            <a:lvl1pPr marL="108000" indent="0" algn="ctr">
              <a:buFontTx/>
              <a:buNone/>
              <a:defRPr sz="1800" spc="0">
                <a:solidFill>
                  <a:schemeClr val="tx2">
                    <a:lumMod val="10000"/>
                    <a:lumOff val="9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sp>
        <p:nvSpPr>
          <p:cNvPr id="30" name="텍스트 개체 틀 7">
            <a:extLst>
              <a:ext uri="{FF2B5EF4-FFF2-40B4-BE49-F238E27FC236}">
                <a16:creationId xmlns:a16="http://schemas.microsoft.com/office/drawing/2014/main" id="{BDAC8A54-E5A3-CC4F-9260-9DD6E7012B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637" y="206246"/>
            <a:ext cx="642938" cy="4859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anchor="ctr"/>
          <a:lstStyle>
            <a:lvl1pPr marL="108000" indent="0" algn="ctr">
              <a:buFontTx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32" name="직선 연결선 14">
            <a:extLst>
              <a:ext uri="{FF2B5EF4-FFF2-40B4-BE49-F238E27FC236}">
                <a16:creationId xmlns:a16="http://schemas.microsoft.com/office/drawing/2014/main" id="{21249C1B-C820-9342-BF92-E296E1E691BB}"/>
              </a:ext>
            </a:extLst>
          </p:cNvPr>
          <p:cNvCxnSpPr>
            <a:cxnSpLocks/>
          </p:cNvCxnSpPr>
          <p:nvPr userDrawn="1"/>
        </p:nvCxnSpPr>
        <p:spPr>
          <a:xfrm>
            <a:off x="128588" y="704513"/>
            <a:ext cx="6429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15">
            <a:extLst>
              <a:ext uri="{FF2B5EF4-FFF2-40B4-BE49-F238E27FC236}">
                <a16:creationId xmlns:a16="http://schemas.microsoft.com/office/drawing/2014/main" id="{60CEDB17-4765-B14C-AF6B-20C0361E9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842963" y="692144"/>
            <a:ext cx="8934449" cy="1236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A50EC09-F3D1-4D1A-9008-89DBE740397A}"/>
              </a:ext>
            </a:extLst>
          </p:cNvPr>
          <p:cNvCxnSpPr>
            <a:cxnSpLocks/>
          </p:cNvCxnSpPr>
          <p:nvPr userDrawn="1"/>
        </p:nvCxnSpPr>
        <p:spPr>
          <a:xfrm>
            <a:off x="852117" y="1172545"/>
            <a:ext cx="8919279" cy="0"/>
          </a:xfrm>
          <a:prstGeom prst="line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21">
            <a:extLst>
              <a:ext uri="{FF2B5EF4-FFF2-40B4-BE49-F238E27FC236}">
                <a16:creationId xmlns:a16="http://schemas.microsoft.com/office/drawing/2014/main" id="{2183569F-87C1-DB46-8AED-56162B279ADD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22">
            <a:extLst>
              <a:ext uri="{FF2B5EF4-FFF2-40B4-BE49-F238E27FC236}">
                <a16:creationId xmlns:a16="http://schemas.microsoft.com/office/drawing/2014/main" id="{81A635A4-376D-2C4E-A63D-5C24D4297487}"/>
              </a:ext>
            </a:extLst>
          </p:cNvPr>
          <p:cNvCxnSpPr>
            <a:cxnSpLocks/>
          </p:cNvCxnSpPr>
          <p:nvPr userDrawn="1"/>
        </p:nvCxnSpPr>
        <p:spPr>
          <a:xfrm>
            <a:off x="842963" y="204064"/>
            <a:ext cx="893444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1">
            <a:extLst>
              <a:ext uri="{FF2B5EF4-FFF2-40B4-BE49-F238E27FC236}">
                <a16:creationId xmlns:a16="http://schemas.microsoft.com/office/drawing/2014/main" id="{3D47DCF6-71D0-D54D-96F5-FD3A492A3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63" y="206246"/>
            <a:ext cx="8934450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81B9817E-A66E-4C4D-BB42-13DD09F05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5374" y="809402"/>
            <a:ext cx="8934450" cy="371604"/>
          </a:xfrm>
          <a:prstGeom prst="rect">
            <a:avLst/>
          </a:prstGeom>
          <a:noFill/>
          <a:ln w="6350">
            <a:noFill/>
          </a:ln>
        </p:spPr>
        <p:txBody>
          <a:bodyPr anchor="ctr">
            <a:normAutofit/>
          </a:bodyPr>
          <a:lstStyle>
            <a:lvl1pPr marL="0" indent="0">
              <a:buFontTx/>
              <a:buNone/>
              <a:defRPr sz="1200" spc="0"/>
            </a:lvl1pPr>
          </a:lstStyle>
          <a:p>
            <a:pPr lvl="0"/>
            <a:r>
              <a:rPr lang="ko-KR" altLang="en-US" dirty="0"/>
              <a:t>이것은 소제목입니다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214356A-3E9C-1E4F-912B-CC41D58D1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18A3AE5-83E0-6947-9C20-81E94BC6F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986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_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41CF82F3-DFF8-4CAD-94CD-705AD23435D0}"/>
              </a:ext>
            </a:extLst>
          </p:cNvPr>
          <p:cNvGraphicFramePr>
            <a:graphicFrameLocks/>
          </p:cNvGraphicFramePr>
          <p:nvPr userDrawn="1"/>
        </p:nvGraphicFramePr>
        <p:xfrm>
          <a:off x="128588" y="207963"/>
          <a:ext cx="9642807" cy="228602"/>
        </p:xfrm>
        <a:graphic>
          <a:graphicData uri="http://schemas.openxmlformats.org/drawingml/2006/table">
            <a:tbl>
              <a:tblPr firstRow="1" firstCol="1" lastRow="1" lastCol="1">
                <a:tableStyleId>{8799B23B-EC83-4686-B30A-512413B5E67A}</a:tableStyleId>
              </a:tblPr>
              <a:tblGrid>
                <a:gridCol w="2198162">
                  <a:extLst>
                    <a:ext uri="{9D8B030D-6E8A-4147-A177-3AD203B41FA5}">
                      <a16:colId xmlns:a16="http://schemas.microsoft.com/office/drawing/2014/main" val="2537275398"/>
                    </a:ext>
                  </a:extLst>
                </a:gridCol>
                <a:gridCol w="7444645">
                  <a:extLst>
                    <a:ext uri="{9D8B030D-6E8A-4147-A177-3AD203B41FA5}">
                      <a16:colId xmlns:a16="http://schemas.microsoft.com/office/drawing/2014/main" val="2553372595"/>
                    </a:ext>
                  </a:extLst>
                </a:gridCol>
              </a:tblGrid>
              <a:tr h="228602">
                <a:tc>
                  <a:txBody>
                    <a:bodyPr/>
                    <a:lstStyle/>
                    <a:p>
                      <a:pPr lvl="0" algn="l"/>
                      <a:endParaRPr lang="ko-Kore-KR" altLang="en-US" sz="700" b="1" dirty="0"/>
                    </a:p>
                  </a:txBody>
                  <a:tcPr marL="195000" marR="61146" marT="28295" marB="2829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95000" marR="61146" marT="28295" marB="2829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353526"/>
                  </a:ext>
                </a:extLst>
              </a:tr>
            </a:tbl>
          </a:graphicData>
        </a:graphic>
      </p:graphicFrame>
      <p:sp>
        <p:nvSpPr>
          <p:cNvPr id="17" name="텍스트 개체 틀 5">
            <a:extLst>
              <a:ext uri="{FF2B5EF4-FFF2-40B4-BE49-F238E27FC236}">
                <a16:creationId xmlns:a16="http://schemas.microsoft.com/office/drawing/2014/main" id="{77864350-D0A4-954D-96AB-6BACB19A1B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1643" y="214189"/>
            <a:ext cx="7025769" cy="216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108000" indent="0">
              <a:lnSpc>
                <a:spcPct val="100000"/>
              </a:lnSpc>
              <a:buFontTx/>
              <a:buNone/>
              <a:defRPr sz="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4911D3-3E36-D340-85E8-56386BA29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462F5AFB-6277-5C4F-BF1F-2F4919C8E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8CD60E00-CD6F-E74C-9499-6C9C9EA28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41584" y="214189"/>
            <a:ext cx="387513" cy="21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882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텍스트 개체 틀 5">
            <a:extLst>
              <a:ext uri="{FF2B5EF4-FFF2-40B4-BE49-F238E27FC236}">
                <a16:creationId xmlns:a16="http://schemas.microsoft.com/office/drawing/2014/main" id="{7F7E9518-FF90-B340-8653-098D5A66B4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65" y="214189"/>
            <a:ext cx="2190672" cy="216000"/>
          </a:xfrm>
          <a:prstGeom prst="rect">
            <a:avLst/>
          </a:prstGeom>
        </p:spPr>
        <p:txBody>
          <a:bodyPr>
            <a:noAutofit/>
          </a:bodyPr>
          <a:lstStyle>
            <a:lvl1pPr marL="108000" indent="0">
              <a:lnSpc>
                <a:spcPct val="100000"/>
              </a:lnSpc>
              <a:buFontTx/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54686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_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50884C2E-8ED0-FA4C-91E9-3ADF647D9F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637" y="206246"/>
            <a:ext cx="642938" cy="485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108000" indent="0" algn="ctr">
              <a:buFontTx/>
              <a:buNone/>
              <a:defRPr sz="20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17" name="직선 연결선 14">
            <a:extLst>
              <a:ext uri="{FF2B5EF4-FFF2-40B4-BE49-F238E27FC236}">
                <a16:creationId xmlns:a16="http://schemas.microsoft.com/office/drawing/2014/main" id="{2D0ACED2-67A9-1C4F-9D8E-13E7C7F34B76}"/>
              </a:ext>
            </a:extLst>
          </p:cNvPr>
          <p:cNvCxnSpPr>
            <a:cxnSpLocks/>
          </p:cNvCxnSpPr>
          <p:nvPr userDrawn="1"/>
        </p:nvCxnSpPr>
        <p:spPr>
          <a:xfrm>
            <a:off x="128588" y="704513"/>
            <a:ext cx="6429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5">
            <a:extLst>
              <a:ext uri="{FF2B5EF4-FFF2-40B4-BE49-F238E27FC236}">
                <a16:creationId xmlns:a16="http://schemas.microsoft.com/office/drawing/2014/main" id="{78E99357-18B8-0A44-97C6-61C45A69A2FC}"/>
              </a:ext>
            </a:extLst>
          </p:cNvPr>
          <p:cNvCxnSpPr>
            <a:cxnSpLocks/>
          </p:cNvCxnSpPr>
          <p:nvPr userDrawn="1"/>
        </p:nvCxnSpPr>
        <p:spPr>
          <a:xfrm flipV="1">
            <a:off x="842963" y="692144"/>
            <a:ext cx="8934449" cy="1236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21">
            <a:extLst>
              <a:ext uri="{FF2B5EF4-FFF2-40B4-BE49-F238E27FC236}">
                <a16:creationId xmlns:a16="http://schemas.microsoft.com/office/drawing/2014/main" id="{57322D85-0B2E-2C42-9178-96C28067F10C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22">
            <a:extLst>
              <a:ext uri="{FF2B5EF4-FFF2-40B4-BE49-F238E27FC236}">
                <a16:creationId xmlns:a16="http://schemas.microsoft.com/office/drawing/2014/main" id="{DB8CD088-CEC4-8E4B-B3E0-6A736D81241D}"/>
              </a:ext>
            </a:extLst>
          </p:cNvPr>
          <p:cNvCxnSpPr>
            <a:cxnSpLocks/>
          </p:cNvCxnSpPr>
          <p:nvPr userDrawn="1"/>
        </p:nvCxnSpPr>
        <p:spPr>
          <a:xfrm>
            <a:off x="842963" y="204064"/>
            <a:ext cx="893444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494C8903-C41B-EB44-857A-44935C5A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63" y="206246"/>
            <a:ext cx="8934450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0034547-CE2F-FA4D-9CA4-524861230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895D7CC4-2D21-C14E-B2D3-A75990226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4716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+소제목_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54FFC4-C113-6B42-86FC-C18451525A69}"/>
              </a:ext>
            </a:extLst>
          </p:cNvPr>
          <p:cNvSpPr/>
          <p:nvPr userDrawn="1"/>
        </p:nvSpPr>
        <p:spPr>
          <a:xfrm>
            <a:off x="288338" y="790100"/>
            <a:ext cx="459856" cy="2031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텍스트 개체 틀 8">
            <a:extLst>
              <a:ext uri="{FF2B5EF4-FFF2-40B4-BE49-F238E27FC236}">
                <a16:creationId xmlns:a16="http://schemas.microsoft.com/office/drawing/2014/main" id="{7BE04EFA-6D54-C94B-BCF9-12C666A25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3365" y="810948"/>
            <a:ext cx="527709" cy="369332"/>
          </a:xfrm>
          <a:prstGeom prst="rect">
            <a:avLst/>
          </a:prstGeom>
          <a:solidFill>
            <a:schemeClr val="accent2"/>
          </a:solidFill>
        </p:spPr>
        <p:txBody>
          <a:bodyPr wrap="none" anchor="ctr" anchorCtr="0">
            <a:spAutoFit/>
          </a:bodyPr>
          <a:lstStyle>
            <a:lvl1pPr marL="108000" indent="0" algn="ctr">
              <a:buFontTx/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A50EC09-F3D1-4D1A-9008-89DBE740397A}"/>
              </a:ext>
            </a:extLst>
          </p:cNvPr>
          <p:cNvCxnSpPr>
            <a:cxnSpLocks/>
          </p:cNvCxnSpPr>
          <p:nvPr userDrawn="1"/>
        </p:nvCxnSpPr>
        <p:spPr>
          <a:xfrm>
            <a:off x="852117" y="1172545"/>
            <a:ext cx="891927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214356A-3E9C-1E4F-912B-CC41D58D1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18A3AE5-83E0-6947-9C20-81E94BC6F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8FFF41E2-209D-F445-967A-FD89D0C099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637" y="206246"/>
            <a:ext cx="642938" cy="485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108000" indent="0" algn="ctr">
              <a:buFontTx/>
              <a:buNone/>
              <a:defRPr sz="20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18" name="직선 연결선 14">
            <a:extLst>
              <a:ext uri="{FF2B5EF4-FFF2-40B4-BE49-F238E27FC236}">
                <a16:creationId xmlns:a16="http://schemas.microsoft.com/office/drawing/2014/main" id="{A3C60AAF-A155-6D4D-A0E1-576A88966923}"/>
              </a:ext>
            </a:extLst>
          </p:cNvPr>
          <p:cNvCxnSpPr>
            <a:cxnSpLocks/>
          </p:cNvCxnSpPr>
          <p:nvPr userDrawn="1"/>
        </p:nvCxnSpPr>
        <p:spPr>
          <a:xfrm>
            <a:off x="128588" y="704513"/>
            <a:ext cx="6429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5">
            <a:extLst>
              <a:ext uri="{FF2B5EF4-FFF2-40B4-BE49-F238E27FC236}">
                <a16:creationId xmlns:a16="http://schemas.microsoft.com/office/drawing/2014/main" id="{5E73ED76-7063-BF48-8E09-D8E6738F0E5F}"/>
              </a:ext>
            </a:extLst>
          </p:cNvPr>
          <p:cNvCxnSpPr>
            <a:cxnSpLocks/>
          </p:cNvCxnSpPr>
          <p:nvPr userDrawn="1"/>
        </p:nvCxnSpPr>
        <p:spPr>
          <a:xfrm flipV="1">
            <a:off x="842963" y="692144"/>
            <a:ext cx="8934449" cy="1236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32B1AE1-6E1E-9440-8E5A-B16CC086CC24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42C0AEB-4CD3-754A-8185-07A662D419A4}"/>
              </a:ext>
            </a:extLst>
          </p:cNvPr>
          <p:cNvCxnSpPr>
            <a:cxnSpLocks/>
          </p:cNvCxnSpPr>
          <p:nvPr userDrawn="1"/>
        </p:nvCxnSpPr>
        <p:spPr>
          <a:xfrm>
            <a:off x="842963" y="204064"/>
            <a:ext cx="893444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제목 1">
            <a:extLst>
              <a:ext uri="{FF2B5EF4-FFF2-40B4-BE49-F238E27FC236}">
                <a16:creationId xmlns:a16="http://schemas.microsoft.com/office/drawing/2014/main" id="{D15D2DAE-6850-8043-A3AD-6490B683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63" y="206246"/>
            <a:ext cx="8934450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5" name="텍스트 개체 틀 3">
            <a:extLst>
              <a:ext uri="{FF2B5EF4-FFF2-40B4-BE49-F238E27FC236}">
                <a16:creationId xmlns:a16="http://schemas.microsoft.com/office/drawing/2014/main" id="{A887CFE6-7FB1-C542-BC3D-F4FB5632CA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5374" y="809402"/>
            <a:ext cx="8934450" cy="371604"/>
          </a:xfrm>
          <a:prstGeom prst="rect">
            <a:avLst/>
          </a:prstGeom>
          <a:noFill/>
          <a:ln w="6350">
            <a:noFill/>
          </a:ln>
        </p:spPr>
        <p:txBody>
          <a:bodyPr anchor="ctr">
            <a:normAutofit/>
          </a:bodyPr>
          <a:lstStyle>
            <a:lvl1pPr marL="0" indent="0">
              <a:buFontTx/>
              <a:buNone/>
              <a:defRPr sz="1200" spc="0"/>
            </a:lvl1pPr>
          </a:lstStyle>
          <a:p>
            <a:pPr lvl="0"/>
            <a:r>
              <a:rPr lang="ko-KR" altLang="en-US" dirty="0"/>
              <a:t>이것은 소제목입니다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7102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테이블 복사용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7B396ED-0318-474A-ADC2-4C0011513AC1}"/>
              </a:ext>
            </a:extLst>
          </p:cNvPr>
          <p:cNvGrpSpPr/>
          <p:nvPr userDrawn="1"/>
        </p:nvGrpSpPr>
        <p:grpSpPr>
          <a:xfrm>
            <a:off x="137444" y="616093"/>
            <a:ext cx="1641582" cy="245003"/>
            <a:chOff x="200025" y="692150"/>
            <a:chExt cx="1619908" cy="245003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406196B-67CE-44D3-A23E-385DE74A91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0025" y="725014"/>
              <a:ext cx="178859" cy="1651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3DFF1C8-676C-4127-BA97-6E1EB7C446E7}"/>
                </a:ext>
              </a:extLst>
            </p:cNvPr>
            <p:cNvSpPr txBox="1"/>
            <p:nvPr userDrawn="1"/>
          </p:nvSpPr>
          <p:spPr>
            <a:xfrm>
              <a:off x="468726" y="692150"/>
              <a:ext cx="1351207" cy="245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92" b="1" dirty="0"/>
                <a:t>타이틀을 넣어주세요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277CD5-006E-4345-9A7B-146DAAF7B310}"/>
              </a:ext>
            </a:extLst>
          </p:cNvPr>
          <p:cNvSpPr/>
          <p:nvPr userDrawn="1"/>
        </p:nvSpPr>
        <p:spPr>
          <a:xfrm>
            <a:off x="6774552" y="-4379"/>
            <a:ext cx="3152776" cy="4005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400" b="1" dirty="0"/>
              <a:t>본 마스터는 테이블 </a:t>
            </a:r>
            <a:r>
              <a:rPr kumimoji="1" lang="ko-KR" altLang="en-US" sz="1400" b="1" dirty="0" err="1"/>
              <a:t>복사용</a:t>
            </a:r>
            <a:r>
              <a:rPr kumimoji="1" lang="ko-KR" altLang="en-US" sz="1400" b="1" dirty="0"/>
              <a:t> 입니다</a:t>
            </a:r>
            <a:r>
              <a:rPr kumimoji="1" lang="en-US" altLang="ko-KR" sz="1400" b="1" dirty="0"/>
              <a:t>.</a:t>
            </a:r>
          </a:p>
        </p:txBody>
      </p:sp>
      <p:graphicFrame>
        <p:nvGraphicFramePr>
          <p:cNvPr id="18" name="표 19">
            <a:extLst>
              <a:ext uri="{FF2B5EF4-FFF2-40B4-BE49-F238E27FC236}">
                <a16:creationId xmlns:a16="http://schemas.microsoft.com/office/drawing/2014/main" id="{54976CD7-D480-8549-B045-45820BF23B2F}"/>
              </a:ext>
            </a:extLst>
          </p:cNvPr>
          <p:cNvGraphicFramePr>
            <a:graphicFrameLocks/>
          </p:cNvGraphicFramePr>
          <p:nvPr userDrawn="1"/>
        </p:nvGraphicFramePr>
        <p:xfrm>
          <a:off x="137443" y="920772"/>
          <a:ext cx="9642806" cy="1033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15468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171578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71958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680239">
                  <a:extLst>
                    <a:ext uri="{9D8B030D-6E8A-4147-A177-3AD203B41FA5}">
                      <a16:colId xmlns:a16="http://schemas.microsoft.com/office/drawing/2014/main" val="3243356629"/>
                    </a:ext>
                  </a:extLst>
                </a:gridCol>
                <a:gridCol w="1288093">
                  <a:extLst>
                    <a:ext uri="{9D8B030D-6E8A-4147-A177-3AD203B41FA5}">
                      <a16:colId xmlns:a16="http://schemas.microsoft.com/office/drawing/2014/main" val="2496975443"/>
                    </a:ext>
                  </a:extLst>
                </a:gridCol>
                <a:gridCol w="1284758">
                  <a:extLst>
                    <a:ext uri="{9D8B030D-6E8A-4147-A177-3AD203B41FA5}">
                      <a16:colId xmlns:a16="http://schemas.microsoft.com/office/drawing/2014/main" val="1887893621"/>
                    </a:ext>
                  </a:extLst>
                </a:gridCol>
                <a:gridCol w="1029549">
                  <a:extLst>
                    <a:ext uri="{9D8B030D-6E8A-4147-A177-3AD203B41FA5}">
                      <a16:colId xmlns:a16="http://schemas.microsoft.com/office/drawing/2014/main" val="2122718689"/>
                    </a:ext>
                  </a:extLst>
                </a:gridCol>
                <a:gridCol w="12566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1244512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56590" marR="56590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56590" marR="5659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ore-KR" altLang="en-US" sz="800" b="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1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942737"/>
                  </a:ext>
                </a:extLst>
              </a:tr>
            </a:tbl>
          </a:graphicData>
        </a:graphic>
      </p:graphicFrame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162390A4-DF60-F340-B515-4223A17FDFB7}"/>
              </a:ext>
            </a:extLst>
          </p:cNvPr>
          <p:cNvGraphicFramePr>
            <a:graphicFrameLocks/>
          </p:cNvGraphicFramePr>
          <p:nvPr userDrawn="1"/>
        </p:nvGraphicFramePr>
        <p:xfrm>
          <a:off x="137443" y="2159524"/>
          <a:ext cx="9642806" cy="804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15468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171578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71958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680239">
                  <a:extLst>
                    <a:ext uri="{9D8B030D-6E8A-4147-A177-3AD203B41FA5}">
                      <a16:colId xmlns:a16="http://schemas.microsoft.com/office/drawing/2014/main" val="3243356629"/>
                    </a:ext>
                  </a:extLst>
                </a:gridCol>
                <a:gridCol w="3602400">
                  <a:extLst>
                    <a:ext uri="{9D8B030D-6E8A-4147-A177-3AD203B41FA5}">
                      <a16:colId xmlns:a16="http://schemas.microsoft.com/office/drawing/2014/main" val="2496975443"/>
                    </a:ext>
                  </a:extLst>
                </a:gridCol>
                <a:gridCol w="12566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1244512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942737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BBD8E2C-2956-8942-9CEA-096B561E8CBC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8588" y="3750030"/>
          <a:ext cx="9648825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28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2180902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272618639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33728929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230400">
                <a:tc rowSpan="2">
                  <a:txBody>
                    <a:bodyPr/>
                    <a:lstStyle/>
                    <a:p>
                      <a:pPr marL="0"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23040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marL="0"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CFB8FBD-F7D6-724D-A3A8-CDECEF7F976C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8588" y="4783269"/>
          <a:ext cx="9648825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28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2180902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272618639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33728929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2304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23040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62D53F64-C74C-BE48-ABA1-6C09D95CFED9}"/>
              </a:ext>
            </a:extLst>
          </p:cNvPr>
          <p:cNvGrpSpPr/>
          <p:nvPr userDrawn="1"/>
        </p:nvGrpSpPr>
        <p:grpSpPr>
          <a:xfrm>
            <a:off x="156020" y="3429000"/>
            <a:ext cx="1641582" cy="245003"/>
            <a:chOff x="200025" y="692150"/>
            <a:chExt cx="1619908" cy="24500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7E0B09F-0A6D-5142-A93A-450A12C88B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0025" y="725014"/>
              <a:ext cx="178859" cy="1651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60FEFE-584B-C04D-A722-30C0476F83E0}"/>
                </a:ext>
              </a:extLst>
            </p:cNvPr>
            <p:cNvSpPr txBox="1"/>
            <p:nvPr userDrawn="1"/>
          </p:nvSpPr>
          <p:spPr>
            <a:xfrm>
              <a:off x="468726" y="692150"/>
              <a:ext cx="1351207" cy="245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92" b="1" dirty="0"/>
                <a:t>타이틀을 넣어주세요</a:t>
              </a:r>
            </a:p>
          </p:txBody>
        </p:sp>
      </p:grp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6B78146-08CE-C248-B7BD-8A9247AF0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8D42CAF8-FE74-6440-BB94-4F166614B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675F3E1-E3FA-344C-873C-5AF55FB42971}"/>
              </a:ext>
            </a:extLst>
          </p:cNvPr>
          <p:cNvGrpSpPr/>
          <p:nvPr userDrawn="1"/>
        </p:nvGrpSpPr>
        <p:grpSpPr>
          <a:xfrm>
            <a:off x="9911426" y="920772"/>
            <a:ext cx="1572016" cy="2383054"/>
            <a:chOff x="6858001" y="1590806"/>
            <a:chExt cx="1572016" cy="238305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5AF964F-4708-0949-8926-FDB268EEB900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D5B23AA-7327-654F-B161-0E05FA95CED3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E4B01B3B-0ECA-404B-9D79-DD87296AFA3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D45E85-5CFA-E04A-B723-48BDA4F93A1F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43CFD9B7-9695-C747-A02E-87FE305F0797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428596" cy="896527"/>
              <a:chOff x="6929711" y="1710137"/>
              <a:chExt cx="1428596" cy="896527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783A3B-A864-C04D-AD04-30E28850C12F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428596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135,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135,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135</a:t>
                </a:r>
                <a:endParaRPr kumimoji="1" lang="ko-Kore-KR" altLang="en-US" sz="900" b="1" dirty="0"/>
              </a:p>
            </p:txBody>
          </p:sp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B451F8B4-0191-5B42-AEA1-ABA56057907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8055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테이블 복사용(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7B396ED-0318-474A-ADC2-4C0011513AC1}"/>
              </a:ext>
            </a:extLst>
          </p:cNvPr>
          <p:cNvGrpSpPr/>
          <p:nvPr userDrawn="1"/>
        </p:nvGrpSpPr>
        <p:grpSpPr>
          <a:xfrm>
            <a:off x="137444" y="616093"/>
            <a:ext cx="1641582" cy="245003"/>
            <a:chOff x="200025" y="692150"/>
            <a:chExt cx="1619908" cy="245003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406196B-67CE-44D3-A23E-385DE74A91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0025" y="725014"/>
              <a:ext cx="178859" cy="1651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3DFF1C8-676C-4127-BA97-6E1EB7C446E7}"/>
                </a:ext>
              </a:extLst>
            </p:cNvPr>
            <p:cNvSpPr txBox="1"/>
            <p:nvPr userDrawn="1"/>
          </p:nvSpPr>
          <p:spPr>
            <a:xfrm>
              <a:off x="468726" y="692150"/>
              <a:ext cx="1351207" cy="245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92" b="1" dirty="0"/>
                <a:t>타이틀을 넣어주세요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277CD5-006E-4345-9A7B-146DAAF7B310}"/>
              </a:ext>
            </a:extLst>
          </p:cNvPr>
          <p:cNvSpPr/>
          <p:nvPr userDrawn="1"/>
        </p:nvSpPr>
        <p:spPr>
          <a:xfrm>
            <a:off x="6774552" y="-4379"/>
            <a:ext cx="3152776" cy="4005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400" b="1" dirty="0"/>
              <a:t>본 마스터는 테이블 </a:t>
            </a:r>
            <a:r>
              <a:rPr kumimoji="1" lang="ko-KR" altLang="en-US" sz="1400" b="1" dirty="0" err="1"/>
              <a:t>복사용</a:t>
            </a:r>
            <a:r>
              <a:rPr kumimoji="1" lang="ko-KR" altLang="en-US" sz="1400" b="1" dirty="0"/>
              <a:t> 입니다</a:t>
            </a:r>
            <a:r>
              <a:rPr kumimoji="1" lang="en-US" altLang="ko-KR" sz="1400" b="1" dirty="0"/>
              <a:t>.</a:t>
            </a:r>
          </a:p>
        </p:txBody>
      </p:sp>
      <p:graphicFrame>
        <p:nvGraphicFramePr>
          <p:cNvPr id="18" name="표 19">
            <a:extLst>
              <a:ext uri="{FF2B5EF4-FFF2-40B4-BE49-F238E27FC236}">
                <a16:creationId xmlns:a16="http://schemas.microsoft.com/office/drawing/2014/main" id="{54976CD7-D480-8549-B045-45820BF23B2F}"/>
              </a:ext>
            </a:extLst>
          </p:cNvPr>
          <p:cNvGraphicFramePr>
            <a:graphicFrameLocks/>
          </p:cNvGraphicFramePr>
          <p:nvPr userDrawn="1"/>
        </p:nvGraphicFramePr>
        <p:xfrm>
          <a:off x="137443" y="920772"/>
          <a:ext cx="9642806" cy="1033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15468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171578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71958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680239">
                  <a:extLst>
                    <a:ext uri="{9D8B030D-6E8A-4147-A177-3AD203B41FA5}">
                      <a16:colId xmlns:a16="http://schemas.microsoft.com/office/drawing/2014/main" val="3243356629"/>
                    </a:ext>
                  </a:extLst>
                </a:gridCol>
                <a:gridCol w="1288093">
                  <a:extLst>
                    <a:ext uri="{9D8B030D-6E8A-4147-A177-3AD203B41FA5}">
                      <a16:colId xmlns:a16="http://schemas.microsoft.com/office/drawing/2014/main" val="2496975443"/>
                    </a:ext>
                  </a:extLst>
                </a:gridCol>
                <a:gridCol w="1284758">
                  <a:extLst>
                    <a:ext uri="{9D8B030D-6E8A-4147-A177-3AD203B41FA5}">
                      <a16:colId xmlns:a16="http://schemas.microsoft.com/office/drawing/2014/main" val="1887893621"/>
                    </a:ext>
                  </a:extLst>
                </a:gridCol>
                <a:gridCol w="1029549">
                  <a:extLst>
                    <a:ext uri="{9D8B030D-6E8A-4147-A177-3AD203B41FA5}">
                      <a16:colId xmlns:a16="http://schemas.microsoft.com/office/drawing/2014/main" val="2122718689"/>
                    </a:ext>
                  </a:extLst>
                </a:gridCol>
                <a:gridCol w="12566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1244512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56590" marR="56590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56590" marR="5659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ore-KR" altLang="en-US" sz="800" b="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1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942737"/>
                  </a:ext>
                </a:extLst>
              </a:tr>
            </a:tbl>
          </a:graphicData>
        </a:graphic>
      </p:graphicFrame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162390A4-DF60-F340-B515-4223A17FDFB7}"/>
              </a:ext>
            </a:extLst>
          </p:cNvPr>
          <p:cNvGraphicFramePr>
            <a:graphicFrameLocks/>
          </p:cNvGraphicFramePr>
          <p:nvPr userDrawn="1"/>
        </p:nvGraphicFramePr>
        <p:xfrm>
          <a:off x="137443" y="2159524"/>
          <a:ext cx="9642806" cy="804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15468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171578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71958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680239">
                  <a:extLst>
                    <a:ext uri="{9D8B030D-6E8A-4147-A177-3AD203B41FA5}">
                      <a16:colId xmlns:a16="http://schemas.microsoft.com/office/drawing/2014/main" val="3243356629"/>
                    </a:ext>
                  </a:extLst>
                </a:gridCol>
                <a:gridCol w="3602400">
                  <a:extLst>
                    <a:ext uri="{9D8B030D-6E8A-4147-A177-3AD203B41FA5}">
                      <a16:colId xmlns:a16="http://schemas.microsoft.com/office/drawing/2014/main" val="2496975443"/>
                    </a:ext>
                  </a:extLst>
                </a:gridCol>
                <a:gridCol w="12566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1244512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942737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BBD8E2C-2956-8942-9CEA-096B561E8CBC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8588" y="3750030"/>
          <a:ext cx="9648825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28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2180902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272618639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33728929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230400">
                <a:tc rowSpan="2">
                  <a:txBody>
                    <a:bodyPr/>
                    <a:lstStyle/>
                    <a:p>
                      <a:pPr marL="0"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23040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marL="0"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CFB8FBD-F7D6-724D-A3A8-CDECEF7F976C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8588" y="4783269"/>
          <a:ext cx="9648825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28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2180902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272618639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33728929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2304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23040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62D53F64-C74C-BE48-ABA1-6C09D95CFED9}"/>
              </a:ext>
            </a:extLst>
          </p:cNvPr>
          <p:cNvGrpSpPr/>
          <p:nvPr userDrawn="1"/>
        </p:nvGrpSpPr>
        <p:grpSpPr>
          <a:xfrm>
            <a:off x="156020" y="3429000"/>
            <a:ext cx="1641582" cy="245003"/>
            <a:chOff x="200025" y="692150"/>
            <a:chExt cx="1619908" cy="24500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7E0B09F-0A6D-5142-A93A-450A12C88B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0025" y="725014"/>
              <a:ext cx="178859" cy="1651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60FEFE-584B-C04D-A722-30C0476F83E0}"/>
                </a:ext>
              </a:extLst>
            </p:cNvPr>
            <p:cNvSpPr txBox="1"/>
            <p:nvPr userDrawn="1"/>
          </p:nvSpPr>
          <p:spPr>
            <a:xfrm>
              <a:off x="468726" y="692150"/>
              <a:ext cx="1351207" cy="245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92" b="1" dirty="0"/>
                <a:t>타이틀을 넣어주세요</a:t>
              </a:r>
            </a:p>
          </p:txBody>
        </p:sp>
      </p:grp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6B78146-08CE-C248-B7BD-8A9247AF0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8D42CAF8-FE74-6440-BB94-4F166614B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AECB52C-B2C0-DF4F-92A6-3F13287FDD82}"/>
              </a:ext>
            </a:extLst>
          </p:cNvPr>
          <p:cNvGrpSpPr/>
          <p:nvPr userDrawn="1"/>
        </p:nvGrpSpPr>
        <p:grpSpPr>
          <a:xfrm>
            <a:off x="9913951" y="920772"/>
            <a:ext cx="1572016" cy="2383054"/>
            <a:chOff x="6858001" y="1590806"/>
            <a:chExt cx="1572016" cy="238305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4FD713A-FBE1-D343-94DC-1CF624230113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CDBD128-9CE3-6645-A424-F727F4FBF229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42DEAB25-23F3-A04C-B286-62D9CC1C34A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6793A6A-5CF1-4A4D-A405-9265F5FAF39A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A7A0C57-9022-074C-8D53-60D93685C458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699B74-DC0E-9049-AB36-9C83CDB6BD80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16B36D80-B47D-5641-B70A-6248F430816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005165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7B6B0-F93F-4FC7-B9E7-DE14A7FD2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92" y="998265"/>
            <a:ext cx="9190188" cy="405770"/>
          </a:xfrm>
        </p:spPr>
        <p:txBody>
          <a:bodyPr anchor="t"/>
          <a:lstStyle>
            <a:lvl1pPr marL="108000" indent="0" algn="l">
              <a:buNone/>
              <a:defRPr sz="1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82E824-1296-423C-A6DF-A190812B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1FDF8847-7EA1-4EA8-AD67-6E159C176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29" t="32960" r="12857" b="17846"/>
          <a:stretch/>
        </p:blipFill>
        <p:spPr>
          <a:xfrm>
            <a:off x="5440680" y="0"/>
            <a:ext cx="4465320" cy="1999135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320975D2-7A7D-477E-A52B-4E3569BE1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29" t="32960" r="12857" b="17846"/>
          <a:stretch/>
        </p:blipFill>
        <p:spPr>
          <a:xfrm rot="10800000">
            <a:off x="0" y="5925389"/>
            <a:ext cx="2083105" cy="932611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1725285D-7F67-4F92-AF5E-89BC86104B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052" y="437197"/>
            <a:ext cx="1049179" cy="85725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46DBAE7F-B003-4EEA-AE1F-3C46293F8C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1092" y="571136"/>
            <a:ext cx="5537200" cy="2119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9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과제명을 넣어주세요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F13BC51-0BD5-4CAF-8882-E6C734BBD5EC}"/>
              </a:ext>
            </a:extLst>
          </p:cNvPr>
          <p:cNvCxnSpPr/>
          <p:nvPr userDrawn="1"/>
        </p:nvCxnSpPr>
        <p:spPr>
          <a:xfrm>
            <a:off x="441092" y="1404035"/>
            <a:ext cx="91901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409E197-EA07-4388-A61D-EE3F2CBBA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1325" y="1698755"/>
            <a:ext cx="9190038" cy="44037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202388D7-F2DB-4A0A-8A6B-944A89293D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D3512F-47AB-4DF3-9635-381166619970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5EF81C5A-5DAF-4ACE-8207-ACA9A681A66E}"/>
              </a:ext>
            </a:extLst>
          </p:cNvPr>
          <p:cNvSpPr/>
          <p:nvPr userDrawn="1"/>
        </p:nvSpPr>
        <p:spPr>
          <a:xfrm>
            <a:off x="9407442" y="6276421"/>
            <a:ext cx="376320" cy="37632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794E23-BCB3-42BF-8037-DB1F3C36A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0821" y="6377034"/>
            <a:ext cx="309562" cy="175094"/>
          </a:xfrm>
        </p:spPr>
        <p:txBody>
          <a:bodyPr/>
          <a:lstStyle/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351360-BFBD-437A-9577-56AEF77429E5}"/>
              </a:ext>
            </a:extLst>
          </p:cNvPr>
          <p:cNvSpPr/>
          <p:nvPr userDrawn="1"/>
        </p:nvSpPr>
        <p:spPr>
          <a:xfrm>
            <a:off x="8943181" y="1404035"/>
            <a:ext cx="690480" cy="4571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2076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1 - 레이아웃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7B6B0-F93F-4FC7-B9E7-DE14A7FD2A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92" y="998265"/>
            <a:ext cx="9190188" cy="405770"/>
          </a:xfrm>
        </p:spPr>
        <p:txBody>
          <a:bodyPr anchor="t"/>
          <a:lstStyle>
            <a:lvl1pPr marL="108000" indent="0" algn="l">
              <a:buNone/>
              <a:defRPr sz="1200"/>
            </a:lvl1pPr>
          </a:lstStyle>
          <a:p>
            <a:r>
              <a:rPr lang="ko-KR" altLang="en-US" dirty="0"/>
              <a:t>기술에 대한 설명이 필요할 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기술명을 길게 입력할 경우에 타이틀은 두줄로 </a:t>
            </a:r>
            <a:r>
              <a:rPr lang="ko-KR" altLang="en-US" dirty="0" err="1"/>
              <a:t>이둉해</a:t>
            </a:r>
            <a:r>
              <a:rPr lang="ko-KR" altLang="en-US" dirty="0"/>
              <a:t> 주세요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82E824-1296-423C-A6DF-A190812B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1FDF8847-7EA1-4EA8-AD67-6E159C176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29" t="32960" r="12857" b="17846"/>
          <a:stretch/>
        </p:blipFill>
        <p:spPr>
          <a:xfrm>
            <a:off x="5440680" y="0"/>
            <a:ext cx="4465320" cy="1999135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320975D2-7A7D-477E-A52B-4E3569BE1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29" t="32960" r="12857" b="17846"/>
          <a:stretch/>
        </p:blipFill>
        <p:spPr>
          <a:xfrm rot="10800000">
            <a:off x="0" y="5925389"/>
            <a:ext cx="2083105" cy="932611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1725285D-7F67-4F92-AF5E-89BC86104B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052" y="437197"/>
            <a:ext cx="1049179" cy="85725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46DBAE7F-B003-4EEA-AE1F-3C46293F8C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1092" y="571136"/>
            <a:ext cx="5537200" cy="2119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9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과제명은 어떤 것이다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F13BC51-0BD5-4CAF-8882-E6C734BBD5EC}"/>
              </a:ext>
            </a:extLst>
          </p:cNvPr>
          <p:cNvCxnSpPr/>
          <p:nvPr userDrawn="1"/>
        </p:nvCxnSpPr>
        <p:spPr>
          <a:xfrm>
            <a:off x="441092" y="1404035"/>
            <a:ext cx="91901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409E197-EA07-4388-A61D-EE3F2CBBA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999" y="4065771"/>
            <a:ext cx="3154363" cy="2036709"/>
          </a:xfrm>
        </p:spPr>
        <p:txBody>
          <a:bodyPr>
            <a:noAutofit/>
          </a:bodyPr>
          <a:lstStyle>
            <a:lvl1pPr marL="108000" indent="0">
              <a:lnSpc>
                <a:spcPct val="150000"/>
              </a:lnSpc>
              <a:buNone/>
              <a:defRPr lang="en-US" altLang="ko-KR" sz="1100" b="0" i="0" smtClean="0">
                <a:effectLst/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천자만홍이 바이며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설레는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부패뿐이다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따뜻한 풀이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두손을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할지니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피가 고행을 찬미를 뜨고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끓는 아니다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목숨을 이상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보는 커다란 보배를 이상의 보내는 뼈 위하여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그리하였는가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?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풀밭에 있는 보내는 구하기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속잎나고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돋고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인생에 가는 것은 보라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그들은 때까지 없으면 위하여서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아니다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눈에 인생에 같은 이상</a:t>
            </a:r>
            <a:endParaRPr lang="ko-KR" altLang="en-US" dirty="0"/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202388D7-F2DB-4A0A-8A6B-944A89293D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D3512F-47AB-4DF3-9635-381166619970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5EF81C5A-5DAF-4ACE-8207-ACA9A681A66E}"/>
              </a:ext>
            </a:extLst>
          </p:cNvPr>
          <p:cNvSpPr/>
          <p:nvPr userDrawn="1"/>
        </p:nvSpPr>
        <p:spPr>
          <a:xfrm>
            <a:off x="9407442" y="6276421"/>
            <a:ext cx="376320" cy="37632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794E23-BCB3-42BF-8037-DB1F3C36A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0821" y="6377034"/>
            <a:ext cx="309562" cy="175094"/>
          </a:xfrm>
        </p:spPr>
        <p:txBody>
          <a:bodyPr/>
          <a:lstStyle/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2A909D-C049-4EE8-959F-20F1043EEB82}"/>
              </a:ext>
            </a:extLst>
          </p:cNvPr>
          <p:cNvSpPr/>
          <p:nvPr userDrawn="1"/>
        </p:nvSpPr>
        <p:spPr>
          <a:xfrm>
            <a:off x="8943181" y="1404035"/>
            <a:ext cx="690480" cy="4571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그래픽 4">
            <a:extLst>
              <a:ext uri="{FF2B5EF4-FFF2-40B4-BE49-F238E27FC236}">
                <a16:creationId xmlns:a16="http://schemas.microsoft.com/office/drawing/2014/main" id="{04110CF1-9344-4289-A216-1AA9DFEB053B}"/>
              </a:ext>
            </a:extLst>
          </p:cNvPr>
          <p:cNvSpPr/>
          <p:nvPr/>
        </p:nvSpPr>
        <p:spPr>
          <a:xfrm>
            <a:off x="441092" y="1746149"/>
            <a:ext cx="435607" cy="119974"/>
          </a:xfrm>
          <a:custGeom>
            <a:avLst/>
            <a:gdLst>
              <a:gd name="connsiteX0" fmla="*/ 6059 w 293269"/>
              <a:gd name="connsiteY0" fmla="*/ 6059 h 119973"/>
              <a:gd name="connsiteX1" fmla="*/ 230010 w 293269"/>
              <a:gd name="connsiteY1" fmla="*/ 6059 h 119973"/>
              <a:gd name="connsiteX2" fmla="*/ 271779 w 293269"/>
              <a:gd name="connsiteY2" fmla="*/ 23389 h 119973"/>
              <a:gd name="connsiteX3" fmla="*/ 271779 w 293269"/>
              <a:gd name="connsiteY3" fmla="*/ 23389 h 119973"/>
              <a:gd name="connsiteX4" fmla="*/ 271779 w 293269"/>
              <a:gd name="connsiteY4" fmla="*/ 106926 h 119973"/>
              <a:gd name="connsiteX5" fmla="*/ 262447 w 293269"/>
              <a:gd name="connsiteY5" fmla="*/ 116257 h 11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269" h="119973">
                <a:moveTo>
                  <a:pt x="6059" y="6059"/>
                </a:moveTo>
                <a:lnTo>
                  <a:pt x="230010" y="6059"/>
                </a:lnTo>
                <a:cubicBezTo>
                  <a:pt x="245562" y="6059"/>
                  <a:pt x="260670" y="12280"/>
                  <a:pt x="271779" y="23389"/>
                </a:cubicBezTo>
                <a:lnTo>
                  <a:pt x="271779" y="23389"/>
                </a:lnTo>
                <a:cubicBezTo>
                  <a:pt x="294885" y="46495"/>
                  <a:pt x="294885" y="83820"/>
                  <a:pt x="271779" y="106926"/>
                </a:cubicBezTo>
                <a:lnTo>
                  <a:pt x="262447" y="116257"/>
                </a:ln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45EB5-A6CD-4D8A-A3D7-1D462A5DE828}"/>
              </a:ext>
            </a:extLst>
          </p:cNvPr>
          <p:cNvSpPr txBox="1"/>
          <p:nvPr userDrawn="1"/>
        </p:nvSpPr>
        <p:spPr>
          <a:xfrm>
            <a:off x="457761" y="1830030"/>
            <a:ext cx="381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spc="0" dirty="0">
                <a:solidFill>
                  <a:schemeClr val="accent2"/>
                </a:solidFill>
              </a:rPr>
              <a:t>01</a:t>
            </a:r>
            <a:endParaRPr lang="ko-KR" altLang="en-US" sz="1200" b="1" spc="0" dirty="0">
              <a:solidFill>
                <a:schemeClr val="accent2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95F648A3-154B-44D8-AEB3-7CAEC55FF3DA}"/>
              </a:ext>
            </a:extLst>
          </p:cNvPr>
          <p:cNvSpPr txBox="1">
            <a:spLocks/>
          </p:cNvSpPr>
          <p:nvPr userDrawn="1"/>
        </p:nvSpPr>
        <p:spPr>
          <a:xfrm>
            <a:off x="441092" y="2131137"/>
            <a:ext cx="1738228" cy="781541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marL="1080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소제목이 있다면</a:t>
            </a:r>
            <a:endParaRPr lang="en-US" altLang="ko-KR" dirty="0"/>
          </a:p>
          <a:p>
            <a:r>
              <a:rPr lang="en-US" altLang="ko-KR" dirty="0"/>
              <a:t>Sub title place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1F0802FE-B2F1-4F93-BCFF-9BDD7E8F14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66059" y="4065771"/>
            <a:ext cx="3154363" cy="2036709"/>
          </a:xfrm>
        </p:spPr>
        <p:txBody>
          <a:bodyPr>
            <a:noAutofit/>
          </a:bodyPr>
          <a:lstStyle>
            <a:lvl1pPr marL="108000" indent="0">
              <a:lnSpc>
                <a:spcPct val="150000"/>
              </a:lnSpc>
              <a:buNone/>
              <a:defRPr lang="en-US" altLang="ko-KR" sz="1100" b="0" i="0" smtClean="0">
                <a:effectLst/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천자만홍이 바이며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설레는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부패뿐이다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따뜻한 풀이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두손을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할지니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피가 고행을 찬미를 뜨고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끓는 아니다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목숨을 이상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보는 커다란 보배를 이상의 보내는 뼈 위하여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그리하였는가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?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풀밭에 있는 보내는 구하기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속잎나고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돋고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인생에 가는 것은 보라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그들은 때까지 없으면 위하여서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아니다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눈에 인생에 같은 이상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3BC83C0-0FE2-48C7-ADEB-904CF076CDA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059" y="1646632"/>
            <a:ext cx="3154363" cy="213688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296A85F-BACF-4EBA-9FCB-377293FDB4C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17" y="1646632"/>
            <a:ext cx="3154363" cy="213688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3F4DA7-D616-409F-9643-1FCEDA46B266}"/>
              </a:ext>
            </a:extLst>
          </p:cNvPr>
          <p:cNvSpPr/>
          <p:nvPr userDrawn="1"/>
        </p:nvSpPr>
        <p:spPr>
          <a:xfrm>
            <a:off x="4863777" y="0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본 마스터는 테이블 </a:t>
            </a:r>
            <a:r>
              <a:rPr kumimoji="1" lang="ko-KR" altLang="en-US" sz="1600" b="1" dirty="0" err="1"/>
              <a:t>복사용으로</a:t>
            </a:r>
            <a:r>
              <a:rPr kumimoji="1" lang="ko-KR" altLang="en-US" sz="1600" b="1" dirty="0"/>
              <a:t> 만들어져</a:t>
            </a:r>
            <a:r>
              <a:rPr kumimoji="1" lang="en-US" altLang="ko-KR" sz="16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앞장에 테이블을 복사해 함께 사용해 주세요</a:t>
            </a:r>
            <a:r>
              <a:rPr kumimoji="1" lang="en-US" altLang="ko-KR" sz="1600" b="1" dirty="0"/>
              <a:t>.</a:t>
            </a:r>
            <a:endParaRPr kumimoji="1" lang="ko-Kore-KR" altLang="en-US" sz="1600" b="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08978D-8F8E-4C71-B104-F1F64F5F2819}"/>
              </a:ext>
            </a:extLst>
          </p:cNvPr>
          <p:cNvSpPr/>
          <p:nvPr userDrawn="1"/>
        </p:nvSpPr>
        <p:spPr>
          <a:xfrm>
            <a:off x="2766059" y="3783513"/>
            <a:ext cx="3154363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F7F441-453F-42C4-BE71-701E6D9C64A9}"/>
              </a:ext>
            </a:extLst>
          </p:cNvPr>
          <p:cNvSpPr/>
          <p:nvPr userDrawn="1"/>
        </p:nvSpPr>
        <p:spPr>
          <a:xfrm>
            <a:off x="6476999" y="3783513"/>
            <a:ext cx="3154363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048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214356A-3E9C-1E4F-912B-CC41D58D1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18A3AE5-83E0-6947-9C20-81E94BC6F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32B1AE1-6E1E-9440-8E5A-B16CC086CC24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제목 1">
            <a:extLst>
              <a:ext uri="{FF2B5EF4-FFF2-40B4-BE49-F238E27FC236}">
                <a16:creationId xmlns:a16="http://schemas.microsoft.com/office/drawing/2014/main" id="{D15D2DAE-6850-8043-A3AD-6490B683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227455"/>
            <a:ext cx="9650412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6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BF5AB1A7-7C15-42A6-AD2D-CD556C6424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8D75F80-C472-4EB4-9717-5D5B105F4657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7990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36980-DAB1-44E5-AA52-69E46ABE5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642999"/>
            <a:ext cx="2503169" cy="774321"/>
          </a:xfrm>
        </p:spPr>
        <p:txBody>
          <a:bodyPr/>
          <a:lstStyle>
            <a:lvl1pPr marL="108000" indent="0" algn="l">
              <a:buNone/>
              <a:defRPr sz="18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부제목을 </a:t>
            </a:r>
            <a:br>
              <a:rPr lang="en-US" altLang="ko-KR" dirty="0"/>
            </a:br>
            <a:r>
              <a:rPr lang="ko-KR" altLang="en-US" dirty="0"/>
              <a:t>입력해주세요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7A387131-1650-4D43-8080-417F57FB0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15240" y="437197"/>
            <a:ext cx="1049179" cy="85725"/>
          </a:xfrm>
          <a:prstGeom prst="rect">
            <a:avLst/>
          </a:prstGeom>
        </p:spPr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5A2273-E5DD-4A75-9B5F-CE64AA24EB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6783" y="1051877"/>
            <a:ext cx="5730875" cy="365443"/>
          </a:xfrm>
        </p:spPr>
        <p:txBody>
          <a:bodyPr anchor="ctr">
            <a:noAutofit/>
          </a:bodyPr>
          <a:lstStyle>
            <a:lvl1pPr marL="108000" indent="0" algn="r">
              <a:buNone/>
              <a:defRPr sz="1800" b="1"/>
            </a:lvl1pPr>
          </a:lstStyle>
          <a:p>
            <a:pPr lvl="0"/>
            <a:r>
              <a:rPr lang="ko-KR" altLang="en-US" dirty="0"/>
              <a:t>제목을 입력해주세요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D75FC6-A7E9-49A2-A146-364508F8A296}"/>
              </a:ext>
            </a:extLst>
          </p:cNvPr>
          <p:cNvSpPr/>
          <p:nvPr userDrawn="1"/>
        </p:nvSpPr>
        <p:spPr>
          <a:xfrm>
            <a:off x="9467851" y="0"/>
            <a:ext cx="4381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8D0C27-BE85-4568-A988-185AB4B15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502960" y="6225872"/>
            <a:ext cx="367930" cy="175094"/>
          </a:xfrm>
        </p:spPr>
        <p:txBody>
          <a:bodyPr/>
          <a:lstStyle>
            <a:lvl1pPr algn="ctr">
              <a:defRPr sz="1000"/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0" name="그래픽 8">
            <a:extLst>
              <a:ext uri="{FF2B5EF4-FFF2-40B4-BE49-F238E27FC236}">
                <a16:creationId xmlns:a16="http://schemas.microsoft.com/office/drawing/2014/main" id="{A5560DDC-F554-456B-BB93-3727BD322DF6}"/>
              </a:ext>
            </a:extLst>
          </p:cNvPr>
          <p:cNvSpPr/>
          <p:nvPr/>
        </p:nvSpPr>
        <p:spPr>
          <a:xfrm>
            <a:off x="3448049" y="1034286"/>
            <a:ext cx="5872268" cy="247650"/>
          </a:xfrm>
          <a:custGeom>
            <a:avLst/>
            <a:gdLst>
              <a:gd name="connsiteX0" fmla="*/ 7144 w 4562475"/>
              <a:gd name="connsiteY0" fmla="*/ 7144 h 247650"/>
              <a:gd name="connsiteX1" fmla="*/ 4432459 w 4562475"/>
              <a:gd name="connsiteY1" fmla="*/ 7144 h 247650"/>
              <a:gd name="connsiteX2" fmla="*/ 4521994 w 4562475"/>
              <a:gd name="connsiteY2" fmla="*/ 44291 h 247650"/>
              <a:gd name="connsiteX3" fmla="*/ 4521994 w 4562475"/>
              <a:gd name="connsiteY3" fmla="*/ 44291 h 247650"/>
              <a:gd name="connsiteX4" fmla="*/ 4521994 w 4562475"/>
              <a:gd name="connsiteY4" fmla="*/ 223361 h 247650"/>
              <a:gd name="connsiteX5" fmla="*/ 4501991 w 4562475"/>
              <a:gd name="connsiteY5" fmla="*/ 243364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2475" h="247650">
                <a:moveTo>
                  <a:pt x="7144" y="7144"/>
                </a:moveTo>
                <a:lnTo>
                  <a:pt x="4432459" y="7144"/>
                </a:lnTo>
                <a:cubicBezTo>
                  <a:pt x="4465797" y="7144"/>
                  <a:pt x="4498181" y="20479"/>
                  <a:pt x="4521994" y="44291"/>
                </a:cubicBezTo>
                <a:lnTo>
                  <a:pt x="4521994" y="44291"/>
                </a:lnTo>
                <a:cubicBezTo>
                  <a:pt x="4571524" y="93821"/>
                  <a:pt x="4571524" y="173831"/>
                  <a:pt x="4521994" y="223361"/>
                </a:cubicBezTo>
                <a:lnTo>
                  <a:pt x="4501991" y="243364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C4C1BB3B-0AC4-4B1D-8E52-F0588F5C70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437303" y="629435"/>
            <a:ext cx="499244" cy="131914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88E828-BBA1-4BB8-A54E-C4FBA8F9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015288" y="3131049"/>
            <a:ext cx="3343275" cy="193354"/>
          </a:xfrm>
        </p:spPr>
        <p:txBody>
          <a:bodyPr/>
          <a:lstStyle/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/>
              <a:t>시스템명 </a:t>
            </a:r>
            <a:r>
              <a:rPr lang="en-US" altLang="ko-KR" dirty="0"/>
              <a:t>/ </a:t>
            </a:r>
            <a:r>
              <a:rPr lang="ko-KR" altLang="en-US" dirty="0"/>
              <a:t>사업명 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E2E71C2-2F7B-4B76-8BB8-208E39021C54}"/>
              </a:ext>
            </a:extLst>
          </p:cNvPr>
          <p:cNvCxnSpPr>
            <a:stCxn id="8" idx="0"/>
          </p:cNvCxnSpPr>
          <p:nvPr userDrawn="1"/>
        </p:nvCxnSpPr>
        <p:spPr>
          <a:xfrm flipH="1">
            <a:off x="9686925" y="0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6F7565-061F-48DA-98CF-9D0C0A0D6EB0}"/>
              </a:ext>
            </a:extLst>
          </p:cNvPr>
          <p:cNvCxnSpPr/>
          <p:nvPr userDrawn="1"/>
        </p:nvCxnSpPr>
        <p:spPr>
          <a:xfrm flipH="1">
            <a:off x="9686925" y="6477063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8992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3 - 레이아웃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36980-DAB1-44E5-AA52-69E46ABE5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642999"/>
            <a:ext cx="2503169" cy="774321"/>
          </a:xfrm>
        </p:spPr>
        <p:txBody>
          <a:bodyPr/>
          <a:lstStyle>
            <a:lvl1pPr marL="108000" indent="0" algn="l">
              <a:buNone/>
              <a:defRPr sz="18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부제목을 </a:t>
            </a:r>
            <a:br>
              <a:rPr lang="en-US" altLang="ko-KR" dirty="0"/>
            </a:br>
            <a:r>
              <a:rPr lang="ko-KR" altLang="en-US" dirty="0"/>
              <a:t>입력해주세요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7A387131-1650-4D43-8080-417F57FB0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15240" y="437197"/>
            <a:ext cx="1049179" cy="85725"/>
          </a:xfrm>
          <a:prstGeom prst="rect">
            <a:avLst/>
          </a:prstGeom>
        </p:spPr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5A2273-E5DD-4A75-9B5F-CE64AA24EB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6783" y="1051877"/>
            <a:ext cx="5730875" cy="365443"/>
          </a:xfrm>
        </p:spPr>
        <p:txBody>
          <a:bodyPr anchor="ctr">
            <a:noAutofit/>
          </a:bodyPr>
          <a:lstStyle>
            <a:lvl1pPr marL="108000" indent="0" algn="r">
              <a:buNone/>
              <a:defRPr sz="1800" b="1"/>
            </a:lvl1pPr>
          </a:lstStyle>
          <a:p>
            <a:pPr lvl="0"/>
            <a:r>
              <a:rPr lang="ko-KR" altLang="en-US" dirty="0"/>
              <a:t>제목을 입력해주세요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D75FC6-A7E9-49A2-A146-364508F8A296}"/>
              </a:ext>
            </a:extLst>
          </p:cNvPr>
          <p:cNvSpPr/>
          <p:nvPr userDrawn="1"/>
        </p:nvSpPr>
        <p:spPr>
          <a:xfrm>
            <a:off x="9467851" y="0"/>
            <a:ext cx="4381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8D0C27-BE85-4568-A988-185AB4B15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502960" y="6225872"/>
            <a:ext cx="367930" cy="175094"/>
          </a:xfrm>
        </p:spPr>
        <p:txBody>
          <a:bodyPr/>
          <a:lstStyle>
            <a:lvl1pPr algn="ctr">
              <a:defRPr sz="1000"/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0" name="그래픽 8">
            <a:extLst>
              <a:ext uri="{FF2B5EF4-FFF2-40B4-BE49-F238E27FC236}">
                <a16:creationId xmlns:a16="http://schemas.microsoft.com/office/drawing/2014/main" id="{A5560DDC-F554-456B-BB93-3727BD322DF6}"/>
              </a:ext>
            </a:extLst>
          </p:cNvPr>
          <p:cNvSpPr/>
          <p:nvPr/>
        </p:nvSpPr>
        <p:spPr>
          <a:xfrm>
            <a:off x="3448049" y="1034286"/>
            <a:ext cx="5872268" cy="247650"/>
          </a:xfrm>
          <a:custGeom>
            <a:avLst/>
            <a:gdLst>
              <a:gd name="connsiteX0" fmla="*/ 7144 w 4562475"/>
              <a:gd name="connsiteY0" fmla="*/ 7144 h 247650"/>
              <a:gd name="connsiteX1" fmla="*/ 4432459 w 4562475"/>
              <a:gd name="connsiteY1" fmla="*/ 7144 h 247650"/>
              <a:gd name="connsiteX2" fmla="*/ 4521994 w 4562475"/>
              <a:gd name="connsiteY2" fmla="*/ 44291 h 247650"/>
              <a:gd name="connsiteX3" fmla="*/ 4521994 w 4562475"/>
              <a:gd name="connsiteY3" fmla="*/ 44291 h 247650"/>
              <a:gd name="connsiteX4" fmla="*/ 4521994 w 4562475"/>
              <a:gd name="connsiteY4" fmla="*/ 223361 h 247650"/>
              <a:gd name="connsiteX5" fmla="*/ 4501991 w 4562475"/>
              <a:gd name="connsiteY5" fmla="*/ 243364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2475" h="247650">
                <a:moveTo>
                  <a:pt x="7144" y="7144"/>
                </a:moveTo>
                <a:lnTo>
                  <a:pt x="4432459" y="7144"/>
                </a:lnTo>
                <a:cubicBezTo>
                  <a:pt x="4465797" y="7144"/>
                  <a:pt x="4498181" y="20479"/>
                  <a:pt x="4521994" y="44291"/>
                </a:cubicBezTo>
                <a:lnTo>
                  <a:pt x="4521994" y="44291"/>
                </a:lnTo>
                <a:cubicBezTo>
                  <a:pt x="4571524" y="93821"/>
                  <a:pt x="4571524" y="173831"/>
                  <a:pt x="4521994" y="223361"/>
                </a:cubicBezTo>
                <a:lnTo>
                  <a:pt x="4501991" y="243364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C4C1BB3B-0AC4-4B1D-8E52-F0588F5C70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437303" y="629435"/>
            <a:ext cx="499244" cy="131914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88E828-BBA1-4BB8-A54E-C4FBA8F9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015288" y="3131049"/>
            <a:ext cx="3343275" cy="193354"/>
          </a:xfrm>
        </p:spPr>
        <p:txBody>
          <a:bodyPr/>
          <a:lstStyle/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/>
              <a:t>시스템명 </a:t>
            </a:r>
            <a:r>
              <a:rPr lang="en-US" altLang="ko-KR" dirty="0"/>
              <a:t>/ </a:t>
            </a:r>
            <a:r>
              <a:rPr lang="ko-KR" altLang="en-US" dirty="0"/>
              <a:t>사업명 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E2E71C2-2F7B-4B76-8BB8-208E39021C54}"/>
              </a:ext>
            </a:extLst>
          </p:cNvPr>
          <p:cNvCxnSpPr>
            <a:stCxn id="8" idx="0"/>
          </p:cNvCxnSpPr>
          <p:nvPr userDrawn="1"/>
        </p:nvCxnSpPr>
        <p:spPr>
          <a:xfrm flipH="1">
            <a:off x="9686925" y="0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6F7565-061F-48DA-98CF-9D0C0A0D6EB0}"/>
              </a:ext>
            </a:extLst>
          </p:cNvPr>
          <p:cNvCxnSpPr/>
          <p:nvPr userDrawn="1"/>
        </p:nvCxnSpPr>
        <p:spPr>
          <a:xfrm flipH="1">
            <a:off x="9686925" y="6477063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5E11DE-5E68-410E-9DB6-9AFEC013956B}"/>
              </a:ext>
            </a:extLst>
          </p:cNvPr>
          <p:cNvSpPr/>
          <p:nvPr userDrawn="1"/>
        </p:nvSpPr>
        <p:spPr>
          <a:xfrm>
            <a:off x="584201" y="2872127"/>
            <a:ext cx="1817371" cy="289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83B1AD-B782-4867-B17D-32D59F009E4C}"/>
              </a:ext>
            </a:extLst>
          </p:cNvPr>
          <p:cNvSpPr/>
          <p:nvPr userDrawn="1"/>
        </p:nvSpPr>
        <p:spPr>
          <a:xfrm>
            <a:off x="2849563" y="2872127"/>
            <a:ext cx="1817371" cy="289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A6C67E-8E2E-408B-82E7-E820C5BCDE10}"/>
              </a:ext>
            </a:extLst>
          </p:cNvPr>
          <p:cNvSpPr/>
          <p:nvPr userDrawn="1"/>
        </p:nvSpPr>
        <p:spPr>
          <a:xfrm>
            <a:off x="5114925" y="2872127"/>
            <a:ext cx="1817371" cy="289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7F49E1-FF1F-42C2-9657-F0F336207A93}"/>
              </a:ext>
            </a:extLst>
          </p:cNvPr>
          <p:cNvSpPr/>
          <p:nvPr userDrawn="1"/>
        </p:nvSpPr>
        <p:spPr>
          <a:xfrm>
            <a:off x="7380287" y="2872127"/>
            <a:ext cx="1817371" cy="289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18B8A4-7B86-4C15-9A87-E25DA1C70F37}"/>
              </a:ext>
            </a:extLst>
          </p:cNvPr>
          <p:cNvSpPr txBox="1"/>
          <p:nvPr userDrawn="1"/>
        </p:nvSpPr>
        <p:spPr>
          <a:xfrm>
            <a:off x="739140" y="3990927"/>
            <a:ext cx="1531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간단한 소제목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903849-D984-4BEA-AD90-9EAB0B3B2383}"/>
              </a:ext>
            </a:extLst>
          </p:cNvPr>
          <p:cNvSpPr txBox="1"/>
          <p:nvPr userDrawn="1"/>
        </p:nvSpPr>
        <p:spPr>
          <a:xfrm>
            <a:off x="2992438" y="3990927"/>
            <a:ext cx="1531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간단한 소제목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두줄 입력 소제목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E4A0E8-BEE1-4429-9441-41EFAD669A16}"/>
              </a:ext>
            </a:extLst>
          </p:cNvPr>
          <p:cNvSpPr txBox="1"/>
          <p:nvPr userDrawn="1"/>
        </p:nvSpPr>
        <p:spPr>
          <a:xfrm>
            <a:off x="5260896" y="3990927"/>
            <a:ext cx="1531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간단한 소제목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53CA00-21D8-48F3-A32E-29D9732E956E}"/>
              </a:ext>
            </a:extLst>
          </p:cNvPr>
          <p:cNvSpPr txBox="1"/>
          <p:nvPr userDrawn="1"/>
        </p:nvSpPr>
        <p:spPr>
          <a:xfrm>
            <a:off x="7514194" y="3990927"/>
            <a:ext cx="1531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간단한 소제목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두줄 입력 소제목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3409A3-1AB1-445E-8086-704BCB2EE0C3}"/>
              </a:ext>
            </a:extLst>
          </p:cNvPr>
          <p:cNvSpPr txBox="1"/>
          <p:nvPr userDrawn="1"/>
        </p:nvSpPr>
        <p:spPr>
          <a:xfrm>
            <a:off x="739140" y="4594247"/>
            <a:ext cx="1463040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/>
              <a:t>설명을넣어주세요설명을</a:t>
            </a:r>
            <a:r>
              <a:rPr lang="ko-KR" altLang="en-US" sz="900" dirty="0"/>
              <a:t> </a:t>
            </a:r>
            <a:r>
              <a:rPr lang="ko-KR" altLang="en-US" sz="900" dirty="0" err="1"/>
              <a:t>넣어주세요설명을</a:t>
            </a:r>
            <a:r>
              <a:rPr lang="ko-KR" altLang="en-US" sz="900" dirty="0"/>
              <a:t> 넣어주세요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3D22A5-DFE1-47F5-868A-8C94A4B7BB8F}"/>
              </a:ext>
            </a:extLst>
          </p:cNvPr>
          <p:cNvSpPr txBox="1"/>
          <p:nvPr userDrawn="1"/>
        </p:nvSpPr>
        <p:spPr>
          <a:xfrm>
            <a:off x="2992438" y="4594247"/>
            <a:ext cx="1463040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/>
              <a:t>설명을넣어주세요설명을</a:t>
            </a:r>
            <a:r>
              <a:rPr lang="ko-KR" altLang="en-US" sz="900" dirty="0"/>
              <a:t> </a:t>
            </a:r>
            <a:r>
              <a:rPr lang="ko-KR" altLang="en-US" sz="900" dirty="0" err="1"/>
              <a:t>넣어주세요설명을</a:t>
            </a:r>
            <a:r>
              <a:rPr lang="ko-KR" altLang="en-US" sz="900" dirty="0"/>
              <a:t> 넣어주세요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2333DF-AC36-4F31-9318-50E5264FB917}"/>
              </a:ext>
            </a:extLst>
          </p:cNvPr>
          <p:cNvSpPr txBox="1"/>
          <p:nvPr userDrawn="1"/>
        </p:nvSpPr>
        <p:spPr>
          <a:xfrm>
            <a:off x="5292090" y="4594247"/>
            <a:ext cx="1463040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/>
              <a:t>설명을넣어주세요설명을</a:t>
            </a:r>
            <a:r>
              <a:rPr lang="ko-KR" altLang="en-US" sz="900" dirty="0"/>
              <a:t> </a:t>
            </a:r>
            <a:r>
              <a:rPr lang="ko-KR" altLang="en-US" sz="900" dirty="0" err="1"/>
              <a:t>넣어주세요설명을</a:t>
            </a:r>
            <a:r>
              <a:rPr lang="ko-KR" altLang="en-US" sz="900" dirty="0"/>
              <a:t> 넣어주세요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704C81-A4BA-4470-8111-474979740A99}"/>
              </a:ext>
            </a:extLst>
          </p:cNvPr>
          <p:cNvSpPr txBox="1"/>
          <p:nvPr userDrawn="1"/>
        </p:nvSpPr>
        <p:spPr>
          <a:xfrm>
            <a:off x="7582774" y="4594247"/>
            <a:ext cx="1463040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/>
              <a:t>설명을넣어주세요설명을</a:t>
            </a:r>
            <a:r>
              <a:rPr lang="ko-KR" altLang="en-US" sz="900" dirty="0"/>
              <a:t> </a:t>
            </a:r>
            <a:r>
              <a:rPr lang="ko-KR" altLang="en-US" sz="900" dirty="0" err="1"/>
              <a:t>넣어주세요설명을</a:t>
            </a:r>
            <a:r>
              <a:rPr lang="ko-KR" altLang="en-US" sz="900" dirty="0"/>
              <a:t> 넣어주세요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169DE7-589C-41D6-901A-D746E7A0E6FD}"/>
              </a:ext>
            </a:extLst>
          </p:cNvPr>
          <p:cNvSpPr/>
          <p:nvPr userDrawn="1"/>
        </p:nvSpPr>
        <p:spPr>
          <a:xfrm>
            <a:off x="584201" y="5767727"/>
            <a:ext cx="1817371" cy="533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3A103A5-2D8E-43C5-B3E8-868257899F81}"/>
              </a:ext>
            </a:extLst>
          </p:cNvPr>
          <p:cNvSpPr/>
          <p:nvPr userDrawn="1"/>
        </p:nvSpPr>
        <p:spPr>
          <a:xfrm>
            <a:off x="2849563" y="5767727"/>
            <a:ext cx="1817371" cy="533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503C57-B99D-4F42-833D-2908007FFAE2}"/>
              </a:ext>
            </a:extLst>
          </p:cNvPr>
          <p:cNvSpPr/>
          <p:nvPr userDrawn="1"/>
        </p:nvSpPr>
        <p:spPr>
          <a:xfrm>
            <a:off x="5114925" y="5767727"/>
            <a:ext cx="1817371" cy="533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AF77AC0-644C-4605-8C68-DBA3CFFFC6D8}"/>
              </a:ext>
            </a:extLst>
          </p:cNvPr>
          <p:cNvSpPr/>
          <p:nvPr userDrawn="1"/>
        </p:nvSpPr>
        <p:spPr>
          <a:xfrm>
            <a:off x="7392511" y="5767727"/>
            <a:ext cx="1817371" cy="533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래픽 29" descr="홈">
            <a:extLst>
              <a:ext uri="{FF2B5EF4-FFF2-40B4-BE49-F238E27FC236}">
                <a16:creationId xmlns:a16="http://schemas.microsoft.com/office/drawing/2014/main" id="{24AE8183-155F-47A5-837A-37BB4FEA2C2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750" y="3009436"/>
            <a:ext cx="914400" cy="914400"/>
          </a:xfrm>
          <a:prstGeom prst="rect">
            <a:avLst/>
          </a:prstGeom>
        </p:spPr>
      </p:pic>
      <p:pic>
        <p:nvPicPr>
          <p:cNvPr id="31" name="그래픽 30" descr="홈">
            <a:extLst>
              <a:ext uri="{FF2B5EF4-FFF2-40B4-BE49-F238E27FC236}">
                <a16:creationId xmlns:a16="http://schemas.microsoft.com/office/drawing/2014/main" id="{62A17A38-F785-4BF9-98C9-5A4CBA8FCB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5647" y="3009436"/>
            <a:ext cx="914400" cy="914400"/>
          </a:xfrm>
          <a:prstGeom prst="rect">
            <a:avLst/>
          </a:prstGeom>
        </p:spPr>
      </p:pic>
      <p:pic>
        <p:nvPicPr>
          <p:cNvPr id="32" name="그래픽 31" descr="홈">
            <a:extLst>
              <a:ext uri="{FF2B5EF4-FFF2-40B4-BE49-F238E27FC236}">
                <a16:creationId xmlns:a16="http://schemas.microsoft.com/office/drawing/2014/main" id="{E44672DD-B93B-47D2-8650-AEF808E6897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0618" y="3009436"/>
            <a:ext cx="914400" cy="914400"/>
          </a:xfrm>
          <a:prstGeom prst="rect">
            <a:avLst/>
          </a:prstGeom>
        </p:spPr>
      </p:pic>
      <p:pic>
        <p:nvPicPr>
          <p:cNvPr id="33" name="그래픽 32" descr="홈">
            <a:extLst>
              <a:ext uri="{FF2B5EF4-FFF2-40B4-BE49-F238E27FC236}">
                <a16:creationId xmlns:a16="http://schemas.microsoft.com/office/drawing/2014/main" id="{A162BCA6-E0E2-4672-A903-66E682782A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2804" y="3009436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ED0DD16-BD2F-4C83-8871-B02701B91A24}"/>
              </a:ext>
            </a:extLst>
          </p:cNvPr>
          <p:cNvSpPr txBox="1"/>
          <p:nvPr userDrawn="1"/>
        </p:nvSpPr>
        <p:spPr>
          <a:xfrm>
            <a:off x="3610394" y="1826112"/>
            <a:ext cx="24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제목을 넣어주세요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64C608-BB2C-4DCD-8572-8CABCA065017}"/>
              </a:ext>
            </a:extLst>
          </p:cNvPr>
          <p:cNvSpPr txBox="1"/>
          <p:nvPr userDrawn="1"/>
        </p:nvSpPr>
        <p:spPr>
          <a:xfrm>
            <a:off x="584201" y="2310814"/>
            <a:ext cx="86256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0" dirty="0"/>
              <a:t>제목을 넣어주세요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C0DEC1C-A23D-4EEC-AB12-1CC34E66DDEB}"/>
              </a:ext>
            </a:extLst>
          </p:cNvPr>
          <p:cNvSpPr/>
          <p:nvPr userDrawn="1"/>
        </p:nvSpPr>
        <p:spPr>
          <a:xfrm>
            <a:off x="4863777" y="0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본 마스터는 테이블 </a:t>
            </a:r>
            <a:r>
              <a:rPr kumimoji="1" lang="ko-KR" altLang="en-US" sz="1600" b="1" dirty="0" err="1"/>
              <a:t>복사용으로</a:t>
            </a:r>
            <a:r>
              <a:rPr kumimoji="1" lang="ko-KR" altLang="en-US" sz="1600" b="1" dirty="0"/>
              <a:t> 만들어져</a:t>
            </a:r>
            <a:r>
              <a:rPr kumimoji="1" lang="en-US" altLang="ko-KR" sz="16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앞장에 테이블을 복사해 함께 사용해 주세요</a:t>
            </a:r>
            <a:r>
              <a:rPr kumimoji="1" lang="en-US" altLang="ko-KR" sz="1600" b="1" dirty="0"/>
              <a:t>.</a:t>
            </a:r>
            <a:endParaRPr kumimoji="1" lang="ko-Kore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6698991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3 - 레이아웃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36980-DAB1-44E5-AA52-69E46ABE5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642999"/>
            <a:ext cx="2503169" cy="774321"/>
          </a:xfrm>
        </p:spPr>
        <p:txBody>
          <a:bodyPr/>
          <a:lstStyle>
            <a:lvl1pPr marL="108000" indent="0" algn="l">
              <a:buNone/>
              <a:defRPr sz="18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프로세스</a:t>
            </a:r>
            <a:br>
              <a:rPr lang="en-US" altLang="ko-KR" dirty="0"/>
            </a:br>
            <a:r>
              <a:rPr lang="ko-KR" altLang="en-US" dirty="0"/>
              <a:t>설명이 필요할 때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7A387131-1650-4D43-8080-417F57FB0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15240" y="437197"/>
            <a:ext cx="1049179" cy="85725"/>
          </a:xfrm>
          <a:prstGeom prst="rect">
            <a:avLst/>
          </a:prstGeom>
        </p:spPr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5A2273-E5DD-4A75-9B5F-CE64AA24EB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6783" y="1051877"/>
            <a:ext cx="5730875" cy="365443"/>
          </a:xfrm>
        </p:spPr>
        <p:txBody>
          <a:bodyPr anchor="ctr">
            <a:noAutofit/>
          </a:bodyPr>
          <a:lstStyle>
            <a:lvl1pPr marL="108000" indent="0" algn="r">
              <a:buNone/>
              <a:defRPr sz="1800" b="1"/>
            </a:lvl1pPr>
          </a:lstStyle>
          <a:p>
            <a:pPr lvl="0"/>
            <a:r>
              <a:rPr lang="ko-KR" altLang="en-US" dirty="0"/>
              <a:t>제목을 입력해주세요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D75FC6-A7E9-49A2-A146-364508F8A296}"/>
              </a:ext>
            </a:extLst>
          </p:cNvPr>
          <p:cNvSpPr/>
          <p:nvPr userDrawn="1"/>
        </p:nvSpPr>
        <p:spPr>
          <a:xfrm>
            <a:off x="9467851" y="0"/>
            <a:ext cx="4381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8D0C27-BE85-4568-A988-185AB4B15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502960" y="6225872"/>
            <a:ext cx="367930" cy="175094"/>
          </a:xfrm>
        </p:spPr>
        <p:txBody>
          <a:bodyPr/>
          <a:lstStyle>
            <a:lvl1pPr algn="ctr">
              <a:defRPr sz="1000"/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0" name="그래픽 8">
            <a:extLst>
              <a:ext uri="{FF2B5EF4-FFF2-40B4-BE49-F238E27FC236}">
                <a16:creationId xmlns:a16="http://schemas.microsoft.com/office/drawing/2014/main" id="{A5560DDC-F554-456B-BB93-3727BD322DF6}"/>
              </a:ext>
            </a:extLst>
          </p:cNvPr>
          <p:cNvSpPr/>
          <p:nvPr/>
        </p:nvSpPr>
        <p:spPr>
          <a:xfrm>
            <a:off x="3448049" y="1034286"/>
            <a:ext cx="5872268" cy="247650"/>
          </a:xfrm>
          <a:custGeom>
            <a:avLst/>
            <a:gdLst>
              <a:gd name="connsiteX0" fmla="*/ 7144 w 4562475"/>
              <a:gd name="connsiteY0" fmla="*/ 7144 h 247650"/>
              <a:gd name="connsiteX1" fmla="*/ 4432459 w 4562475"/>
              <a:gd name="connsiteY1" fmla="*/ 7144 h 247650"/>
              <a:gd name="connsiteX2" fmla="*/ 4521994 w 4562475"/>
              <a:gd name="connsiteY2" fmla="*/ 44291 h 247650"/>
              <a:gd name="connsiteX3" fmla="*/ 4521994 w 4562475"/>
              <a:gd name="connsiteY3" fmla="*/ 44291 h 247650"/>
              <a:gd name="connsiteX4" fmla="*/ 4521994 w 4562475"/>
              <a:gd name="connsiteY4" fmla="*/ 223361 h 247650"/>
              <a:gd name="connsiteX5" fmla="*/ 4501991 w 4562475"/>
              <a:gd name="connsiteY5" fmla="*/ 243364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2475" h="247650">
                <a:moveTo>
                  <a:pt x="7144" y="7144"/>
                </a:moveTo>
                <a:lnTo>
                  <a:pt x="4432459" y="7144"/>
                </a:lnTo>
                <a:cubicBezTo>
                  <a:pt x="4465797" y="7144"/>
                  <a:pt x="4498181" y="20479"/>
                  <a:pt x="4521994" y="44291"/>
                </a:cubicBezTo>
                <a:lnTo>
                  <a:pt x="4521994" y="44291"/>
                </a:lnTo>
                <a:cubicBezTo>
                  <a:pt x="4571524" y="93821"/>
                  <a:pt x="4571524" y="173831"/>
                  <a:pt x="4521994" y="223361"/>
                </a:cubicBezTo>
                <a:lnTo>
                  <a:pt x="4501991" y="243364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C4C1BB3B-0AC4-4B1D-8E52-F0588F5C70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437303" y="629435"/>
            <a:ext cx="499244" cy="131914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88E828-BBA1-4BB8-A54E-C4FBA8F9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015288" y="3131049"/>
            <a:ext cx="3343275" cy="193354"/>
          </a:xfrm>
        </p:spPr>
        <p:txBody>
          <a:bodyPr/>
          <a:lstStyle/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/>
              <a:t>시스템명 </a:t>
            </a:r>
            <a:r>
              <a:rPr lang="en-US" altLang="ko-KR" dirty="0"/>
              <a:t>/ </a:t>
            </a:r>
            <a:r>
              <a:rPr lang="ko-KR" altLang="en-US" dirty="0"/>
              <a:t>사업명 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E2E71C2-2F7B-4B76-8BB8-208E39021C54}"/>
              </a:ext>
            </a:extLst>
          </p:cNvPr>
          <p:cNvCxnSpPr>
            <a:stCxn id="8" idx="0"/>
          </p:cNvCxnSpPr>
          <p:nvPr userDrawn="1"/>
        </p:nvCxnSpPr>
        <p:spPr>
          <a:xfrm flipH="1">
            <a:off x="9686925" y="0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6F7565-061F-48DA-98CF-9D0C0A0D6EB0}"/>
              </a:ext>
            </a:extLst>
          </p:cNvPr>
          <p:cNvCxnSpPr/>
          <p:nvPr userDrawn="1"/>
        </p:nvCxnSpPr>
        <p:spPr>
          <a:xfrm flipH="1">
            <a:off x="9686925" y="6477063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DFB1A1B-1BC8-4CF6-829E-78996B56D1B9}"/>
              </a:ext>
            </a:extLst>
          </p:cNvPr>
          <p:cNvSpPr/>
          <p:nvPr userDrawn="1"/>
        </p:nvSpPr>
        <p:spPr>
          <a:xfrm>
            <a:off x="461542" y="2543697"/>
            <a:ext cx="8736116" cy="202565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90F5816-BA48-48F3-B66F-1107BA4A50FC}"/>
              </a:ext>
            </a:extLst>
          </p:cNvPr>
          <p:cNvSpPr/>
          <p:nvPr userDrawn="1"/>
        </p:nvSpPr>
        <p:spPr>
          <a:xfrm>
            <a:off x="766341" y="3163673"/>
            <a:ext cx="900000" cy="900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글을 넣으세요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62B0BB0-CCAF-48DD-9AFE-F07FA0200288}"/>
              </a:ext>
            </a:extLst>
          </p:cNvPr>
          <p:cNvSpPr/>
          <p:nvPr userDrawn="1"/>
        </p:nvSpPr>
        <p:spPr>
          <a:xfrm>
            <a:off x="2222271" y="3163673"/>
            <a:ext cx="900000" cy="90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글을 넣으세요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DFB5B65-9680-4AC4-A030-D80B8CA9D18F}"/>
              </a:ext>
            </a:extLst>
          </p:cNvPr>
          <p:cNvSpPr/>
          <p:nvPr userDrawn="1"/>
        </p:nvSpPr>
        <p:spPr>
          <a:xfrm>
            <a:off x="3678201" y="3163673"/>
            <a:ext cx="900000" cy="90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글을 넣으세요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7C0815E-C55B-4B5B-9329-66769CE11D29}"/>
              </a:ext>
            </a:extLst>
          </p:cNvPr>
          <p:cNvSpPr/>
          <p:nvPr userDrawn="1"/>
        </p:nvSpPr>
        <p:spPr>
          <a:xfrm>
            <a:off x="8045994" y="3163673"/>
            <a:ext cx="900000" cy="900000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완료</a:t>
            </a:r>
            <a:endParaRPr lang="en-US" altLang="ko-KR" sz="1000" b="1" dirty="0"/>
          </a:p>
          <a:p>
            <a:pPr algn="ctr"/>
            <a:r>
              <a:rPr lang="ko-KR" altLang="en-US" sz="1000" b="1" dirty="0"/>
              <a:t>단계</a:t>
            </a:r>
            <a:endParaRPr lang="en-US" altLang="ko-KR" sz="1000" b="1" dirty="0"/>
          </a:p>
        </p:txBody>
      </p:sp>
      <p:sp>
        <p:nvSpPr>
          <p:cNvPr id="22" name="그래픽 20">
            <a:extLst>
              <a:ext uri="{FF2B5EF4-FFF2-40B4-BE49-F238E27FC236}">
                <a16:creationId xmlns:a16="http://schemas.microsoft.com/office/drawing/2014/main" id="{8322DD04-B6BD-4D96-A059-B0094066909C}"/>
              </a:ext>
            </a:extLst>
          </p:cNvPr>
          <p:cNvSpPr/>
          <p:nvPr/>
        </p:nvSpPr>
        <p:spPr>
          <a:xfrm>
            <a:off x="181093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3" name="그래픽 20">
            <a:extLst>
              <a:ext uri="{FF2B5EF4-FFF2-40B4-BE49-F238E27FC236}">
                <a16:creationId xmlns:a16="http://schemas.microsoft.com/office/drawing/2014/main" id="{223C86D5-ED0C-4601-854D-0B0F6D4E357B}"/>
              </a:ext>
            </a:extLst>
          </p:cNvPr>
          <p:cNvSpPr/>
          <p:nvPr userDrawn="1"/>
        </p:nvSpPr>
        <p:spPr>
          <a:xfrm>
            <a:off x="326686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07C3A83-07C9-4C34-B99B-05EE4A9469AB}"/>
              </a:ext>
            </a:extLst>
          </p:cNvPr>
          <p:cNvSpPr/>
          <p:nvPr userDrawn="1"/>
        </p:nvSpPr>
        <p:spPr>
          <a:xfrm>
            <a:off x="5134131" y="3163673"/>
            <a:ext cx="900000" cy="90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글을 넣으세요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00A5EB1-0CDE-4D9A-95C2-A01C3ADE9181}"/>
              </a:ext>
            </a:extLst>
          </p:cNvPr>
          <p:cNvSpPr/>
          <p:nvPr userDrawn="1"/>
        </p:nvSpPr>
        <p:spPr>
          <a:xfrm>
            <a:off x="6590061" y="3163673"/>
            <a:ext cx="900000" cy="90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글을 넣으세요</a:t>
            </a:r>
          </a:p>
        </p:txBody>
      </p:sp>
      <p:sp>
        <p:nvSpPr>
          <p:cNvPr id="27" name="그래픽 20">
            <a:extLst>
              <a:ext uri="{FF2B5EF4-FFF2-40B4-BE49-F238E27FC236}">
                <a16:creationId xmlns:a16="http://schemas.microsoft.com/office/drawing/2014/main" id="{230727F8-39F4-45F9-8E1A-1FD2EAA846CE}"/>
              </a:ext>
            </a:extLst>
          </p:cNvPr>
          <p:cNvSpPr/>
          <p:nvPr userDrawn="1"/>
        </p:nvSpPr>
        <p:spPr>
          <a:xfrm>
            <a:off x="472279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8" name="그래픽 20">
            <a:extLst>
              <a:ext uri="{FF2B5EF4-FFF2-40B4-BE49-F238E27FC236}">
                <a16:creationId xmlns:a16="http://schemas.microsoft.com/office/drawing/2014/main" id="{5614A8EB-24E3-457F-8BFE-450C7EBD7C17}"/>
              </a:ext>
            </a:extLst>
          </p:cNvPr>
          <p:cNvSpPr/>
          <p:nvPr userDrawn="1"/>
        </p:nvSpPr>
        <p:spPr>
          <a:xfrm>
            <a:off x="617872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9" name="그래픽 20">
            <a:extLst>
              <a:ext uri="{FF2B5EF4-FFF2-40B4-BE49-F238E27FC236}">
                <a16:creationId xmlns:a16="http://schemas.microsoft.com/office/drawing/2014/main" id="{5600EEBC-C445-49A4-BC0D-930330C2DE2D}"/>
              </a:ext>
            </a:extLst>
          </p:cNvPr>
          <p:cNvSpPr/>
          <p:nvPr userDrawn="1"/>
        </p:nvSpPr>
        <p:spPr>
          <a:xfrm>
            <a:off x="763465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7" name="텍스트 개체 틀 36">
            <a:extLst>
              <a:ext uri="{FF2B5EF4-FFF2-40B4-BE49-F238E27FC236}">
                <a16:creationId xmlns:a16="http://schemas.microsoft.com/office/drawing/2014/main" id="{7837D367-F9C3-4918-B8A6-DE8E8E773E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1632908"/>
            <a:ext cx="4549775" cy="538057"/>
          </a:xfrm>
        </p:spPr>
        <p:txBody>
          <a:bodyPr>
            <a:normAutofit/>
          </a:bodyPr>
          <a:lstStyle>
            <a:lvl1pPr marL="0" indent="-180000">
              <a:lnSpc>
                <a:spcPct val="150000"/>
              </a:lnSpc>
              <a:spcBef>
                <a:spcPts val="0"/>
              </a:spcBef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간단한 설명을 넣으실 때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두가지를 넣어야 할 때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D072EE3-A022-4430-AAF0-6B811E3DBD41}"/>
              </a:ext>
            </a:extLst>
          </p:cNvPr>
          <p:cNvCxnSpPr>
            <a:cxnSpLocks/>
          </p:cNvCxnSpPr>
          <p:nvPr userDrawn="1"/>
        </p:nvCxnSpPr>
        <p:spPr>
          <a:xfrm flipV="1">
            <a:off x="2635250" y="4354976"/>
            <a:ext cx="0" cy="5588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00D8887-3520-4EAA-9516-6FD301AAE952}"/>
              </a:ext>
            </a:extLst>
          </p:cNvPr>
          <p:cNvCxnSpPr>
            <a:cxnSpLocks/>
          </p:cNvCxnSpPr>
          <p:nvPr userDrawn="1"/>
        </p:nvCxnSpPr>
        <p:spPr>
          <a:xfrm flipV="1">
            <a:off x="5537200" y="4354976"/>
            <a:ext cx="0" cy="5588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텍스트 개체 틀 42">
            <a:extLst>
              <a:ext uri="{FF2B5EF4-FFF2-40B4-BE49-F238E27FC236}">
                <a16:creationId xmlns:a16="http://schemas.microsoft.com/office/drawing/2014/main" id="{2EC5878A-472E-40E6-94D4-DEAC0498C8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79535" y="2847761"/>
            <a:ext cx="785471" cy="190500"/>
          </a:xfrm>
        </p:spPr>
        <p:txBody>
          <a:bodyPr>
            <a:noAutofit/>
          </a:bodyPr>
          <a:lstStyle>
            <a:lvl1pPr marL="108000" indent="0">
              <a:buNone/>
              <a:defRPr sz="10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설명글</a:t>
            </a:r>
            <a:endParaRPr lang="ko-KR" altLang="en-US" dirty="0"/>
          </a:p>
        </p:txBody>
      </p:sp>
      <p:sp>
        <p:nvSpPr>
          <p:cNvPr id="44" name="텍스트 개체 틀 42">
            <a:extLst>
              <a:ext uri="{FF2B5EF4-FFF2-40B4-BE49-F238E27FC236}">
                <a16:creationId xmlns:a16="http://schemas.microsoft.com/office/drawing/2014/main" id="{40697C6A-E2F2-4426-80A4-BE01A62C84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7335" y="2847761"/>
            <a:ext cx="785471" cy="190500"/>
          </a:xfrm>
        </p:spPr>
        <p:txBody>
          <a:bodyPr>
            <a:noAutofit/>
          </a:bodyPr>
          <a:lstStyle>
            <a:lvl1pPr marL="108000" indent="0">
              <a:buNone/>
              <a:defRPr sz="10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설명글</a:t>
            </a:r>
            <a:endParaRPr lang="ko-KR" altLang="en-US" dirty="0"/>
          </a:p>
        </p:txBody>
      </p:sp>
      <p:sp>
        <p:nvSpPr>
          <p:cNvPr id="45" name="텍스트 개체 틀 42">
            <a:extLst>
              <a:ext uri="{FF2B5EF4-FFF2-40B4-BE49-F238E27FC236}">
                <a16:creationId xmlns:a16="http://schemas.microsoft.com/office/drawing/2014/main" id="{4CCC33D3-6752-43E1-B830-B6CD3D48E6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75135" y="2847761"/>
            <a:ext cx="785471" cy="190500"/>
          </a:xfrm>
        </p:spPr>
        <p:txBody>
          <a:bodyPr>
            <a:noAutofit/>
          </a:bodyPr>
          <a:lstStyle>
            <a:lvl1pPr marL="108000" indent="0">
              <a:buNone/>
              <a:defRPr sz="10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설명글</a:t>
            </a:r>
            <a:endParaRPr lang="ko-KR" altLang="en-US" dirty="0"/>
          </a:p>
        </p:txBody>
      </p:sp>
      <p:sp>
        <p:nvSpPr>
          <p:cNvPr id="46" name="텍스트 개체 틀 42">
            <a:extLst>
              <a:ext uri="{FF2B5EF4-FFF2-40B4-BE49-F238E27FC236}">
                <a16:creationId xmlns:a16="http://schemas.microsoft.com/office/drawing/2014/main" id="{8CC5ED0E-7230-4317-B46B-E139172928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22935" y="2847761"/>
            <a:ext cx="785471" cy="190500"/>
          </a:xfrm>
        </p:spPr>
        <p:txBody>
          <a:bodyPr>
            <a:noAutofit/>
          </a:bodyPr>
          <a:lstStyle>
            <a:lvl1pPr marL="108000" indent="0">
              <a:buNone/>
              <a:defRPr sz="10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설명글</a:t>
            </a:r>
            <a:endParaRPr lang="ko-KR" altLang="en-US" dirty="0"/>
          </a:p>
        </p:txBody>
      </p:sp>
      <p:sp>
        <p:nvSpPr>
          <p:cNvPr id="48" name="텍스트 개체 틀 42">
            <a:extLst>
              <a:ext uri="{FF2B5EF4-FFF2-40B4-BE49-F238E27FC236}">
                <a16:creationId xmlns:a16="http://schemas.microsoft.com/office/drawing/2014/main" id="{70FB7D97-8393-4794-A74C-EFD83F779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69216" y="4965695"/>
            <a:ext cx="1532067" cy="223089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타이틀을 넣으세요</a:t>
            </a:r>
          </a:p>
        </p:txBody>
      </p:sp>
      <p:sp>
        <p:nvSpPr>
          <p:cNvPr id="50" name="텍스트 개체 틀 49">
            <a:extLst>
              <a:ext uri="{FF2B5EF4-FFF2-40B4-BE49-F238E27FC236}">
                <a16:creationId xmlns:a16="http://schemas.microsoft.com/office/drawing/2014/main" id="{59C19F04-8277-4B53-8873-F08BF13EDB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68488" y="5258753"/>
            <a:ext cx="1533525" cy="1162050"/>
          </a:xfrm>
        </p:spPr>
        <p:txBody>
          <a:bodyPr>
            <a:normAutofit/>
          </a:bodyPr>
          <a:lstStyle>
            <a:lvl1pPr marL="0" indent="-1440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  <a:defRPr sz="1000" b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상세 내용</a:t>
            </a:r>
            <a:r>
              <a:rPr lang="en-US" altLang="ko-KR" dirty="0"/>
              <a:t>1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2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3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4</a:t>
            </a:r>
            <a:r>
              <a:rPr lang="ko-KR" altLang="en-US" dirty="0"/>
              <a:t> </a:t>
            </a:r>
          </a:p>
        </p:txBody>
      </p:sp>
      <p:sp>
        <p:nvSpPr>
          <p:cNvPr id="51" name="텍스트 개체 틀 42">
            <a:extLst>
              <a:ext uri="{FF2B5EF4-FFF2-40B4-BE49-F238E27FC236}">
                <a16:creationId xmlns:a16="http://schemas.microsoft.com/office/drawing/2014/main" id="{BE927D89-2A88-4B8F-A744-8887941CDD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3527" y="4965695"/>
            <a:ext cx="1532067" cy="223089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타이틀을 넣으세요</a:t>
            </a:r>
          </a:p>
        </p:txBody>
      </p:sp>
      <p:sp>
        <p:nvSpPr>
          <p:cNvPr id="52" name="텍스트 개체 틀 49">
            <a:extLst>
              <a:ext uri="{FF2B5EF4-FFF2-40B4-BE49-F238E27FC236}">
                <a16:creationId xmlns:a16="http://schemas.microsoft.com/office/drawing/2014/main" id="{F5FEB0EC-56F0-4CE4-BFE1-533637CC0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2799" y="5258753"/>
            <a:ext cx="1533525" cy="1162050"/>
          </a:xfrm>
        </p:spPr>
        <p:txBody>
          <a:bodyPr>
            <a:normAutofit/>
          </a:bodyPr>
          <a:lstStyle>
            <a:lvl1pPr marL="0" indent="-1440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  <a:defRPr sz="1000" b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상세 내용</a:t>
            </a:r>
            <a:r>
              <a:rPr lang="en-US" altLang="ko-KR" dirty="0"/>
              <a:t>1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2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3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4</a:t>
            </a:r>
            <a:r>
              <a:rPr lang="ko-KR" altLang="en-US" dirty="0"/>
              <a:t> </a:t>
            </a: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7227A4AA-A537-4702-B59F-6EC7B2AAF961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53230" y="4190240"/>
            <a:ext cx="1026257" cy="773127"/>
          </a:xfrm>
          <a:prstGeom prst="bentConnector3">
            <a:avLst>
              <a:gd name="adj1" fmla="val 995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FCF2E62-D6B8-4C50-9F57-615B1D0D7A5E}"/>
              </a:ext>
            </a:extLst>
          </p:cNvPr>
          <p:cNvSpPr txBox="1"/>
          <p:nvPr userDrawn="1"/>
        </p:nvSpPr>
        <p:spPr>
          <a:xfrm>
            <a:off x="6407076" y="4694759"/>
            <a:ext cx="129169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accent2"/>
                </a:solidFill>
              </a:rPr>
              <a:t>과정 설명 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E767B72-0B70-47E4-B69C-530327BA327E}"/>
              </a:ext>
            </a:extLst>
          </p:cNvPr>
          <p:cNvSpPr/>
          <p:nvPr userDrawn="1"/>
        </p:nvSpPr>
        <p:spPr>
          <a:xfrm>
            <a:off x="4863777" y="0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본 마스터는 테이블 </a:t>
            </a:r>
            <a:r>
              <a:rPr kumimoji="1" lang="ko-KR" altLang="en-US" sz="1600" b="1" dirty="0" err="1"/>
              <a:t>복사용으로</a:t>
            </a:r>
            <a:r>
              <a:rPr kumimoji="1" lang="ko-KR" altLang="en-US" sz="1600" b="1" dirty="0"/>
              <a:t> 만들어져</a:t>
            </a:r>
            <a:r>
              <a:rPr kumimoji="1" lang="en-US" altLang="ko-KR" sz="16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앞장에 테이블을 복사해 함께 사용해 주세요</a:t>
            </a:r>
            <a:r>
              <a:rPr kumimoji="1" lang="en-US" altLang="ko-KR" sz="1600" b="1" dirty="0"/>
              <a:t>.</a:t>
            </a:r>
            <a:endParaRPr kumimoji="1" lang="ko-Kore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00593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2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88F5D-B949-5A47-9CA7-A9FB7AA3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65125"/>
            <a:ext cx="9001125" cy="37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FC2E2-F12D-6244-B65B-A16BBC2C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437" y="829582"/>
            <a:ext cx="9001125" cy="5615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 편집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4F37B3-0B49-0044-8049-61FB6EF29A0E}"/>
              </a:ext>
            </a:extLst>
          </p:cNvPr>
          <p:cNvSpPr/>
          <p:nvPr userDrawn="1"/>
        </p:nvSpPr>
        <p:spPr>
          <a:xfrm>
            <a:off x="-1350684" y="984629"/>
            <a:ext cx="1047943" cy="45102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#FFA600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8DD9CB-2F76-BD40-99BB-CC62C013D176}"/>
              </a:ext>
            </a:extLst>
          </p:cNvPr>
          <p:cNvSpPr/>
          <p:nvPr userDrawn="1"/>
        </p:nvSpPr>
        <p:spPr>
          <a:xfrm>
            <a:off x="-1353065" y="1594295"/>
            <a:ext cx="1047943" cy="4510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#2B2B2B</a:t>
            </a:r>
            <a:endParaRPr lang="ko-KR" altLang="en-US" sz="1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2EF355-BA99-F344-B322-08E446664C1C}"/>
              </a:ext>
            </a:extLst>
          </p:cNvPr>
          <p:cNvSpPr/>
          <p:nvPr userDrawn="1"/>
        </p:nvSpPr>
        <p:spPr>
          <a:xfrm>
            <a:off x="-1353065" y="2203961"/>
            <a:ext cx="1047943" cy="45102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#0426FB</a:t>
            </a:r>
            <a:endParaRPr lang="ko-KR" altLang="en-US" sz="1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A872E2-ACEB-EC4B-84B7-5E4A07445B53}"/>
              </a:ext>
            </a:extLst>
          </p:cNvPr>
          <p:cNvSpPr/>
          <p:nvPr userDrawn="1"/>
        </p:nvSpPr>
        <p:spPr>
          <a:xfrm>
            <a:off x="-1350684" y="2767914"/>
            <a:ext cx="1047943" cy="45102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#0F0F0F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6627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810" r:id="rId5"/>
    <p:sldLayoutId id="2147483809" r:id="rId6"/>
  </p:sldLayoutIdLst>
  <p:hf hdr="0" dt="0"/>
  <p:txStyles>
    <p:titleStyle>
      <a:lvl1pPr marL="360000" indent="-252000" algn="l" defTabSz="914400" rtl="0" eaLnBrk="1" latinLnBrk="0" hangingPunct="1">
        <a:lnSpc>
          <a:spcPct val="100000"/>
        </a:lnSpc>
        <a:spcBef>
          <a:spcPct val="0"/>
        </a:spcBef>
        <a:buFontTx/>
        <a:buBlip>
          <a:blip r:embed="rId8"/>
        </a:buBlip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0" indent="252000" algn="l" defTabSz="914400" rtl="0" eaLnBrk="1" latinLnBrk="0" hangingPunct="1">
        <a:lnSpc>
          <a:spcPct val="100000"/>
        </a:lnSpc>
        <a:spcBef>
          <a:spcPts val="1000"/>
        </a:spcBef>
        <a:buFont typeface="Wingdings" pitchFamily="2" charset="2"/>
        <a:buChar char="v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216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◆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76000" indent="144000" algn="l" defTabSz="914400" rtl="0" eaLnBrk="1" latinLnBrk="0" hangingPunct="1">
        <a:lnSpc>
          <a:spcPct val="100000"/>
        </a:lnSpc>
        <a:spcBef>
          <a:spcPts val="500"/>
        </a:spcBef>
        <a:buSzPct val="120000"/>
        <a:buFont typeface="Wingdings" pitchFamily="2" charset="2"/>
        <a:buChar char="§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12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108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‑"/>
        <a:defRPr sz="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65" userDrawn="1">
          <p15:clr>
            <a:srgbClr val="F26B43"/>
          </p15:clr>
        </p15:guide>
        <p15:guide id="2" pos="5955" userDrawn="1">
          <p15:clr>
            <a:srgbClr val="F26B43"/>
          </p15:clr>
        </p15:guide>
        <p15:guide id="3" pos="28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88F5D-B949-5A47-9CA7-A9FB7AA3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337693"/>
            <a:ext cx="9648824" cy="37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FC2E2-F12D-6244-B65B-A16BBC2C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" y="829582"/>
            <a:ext cx="9648825" cy="5615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 편집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A3AA39-F608-F141-9326-6292EC2F937C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B606834F-7B27-134B-B0F7-32AAE5266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1BA2234-F1F2-7149-9D06-AE96DE3A8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21FE822B-3F04-3746-A909-878AC8D77DE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83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71" r:id="rId2"/>
    <p:sldLayoutId id="2147483772" r:id="rId3"/>
    <p:sldLayoutId id="2147483748" r:id="rId4"/>
    <p:sldLayoutId id="2147483749" r:id="rId5"/>
    <p:sldLayoutId id="2147483773" r:id="rId6"/>
    <p:sldLayoutId id="2147483751" r:id="rId7"/>
    <p:sldLayoutId id="2147483811" r:id="rId8"/>
    <p:sldLayoutId id="2147483753" r:id="rId9"/>
    <p:sldLayoutId id="2147483752" r:id="rId10"/>
    <p:sldLayoutId id="2147483779" r:id="rId11"/>
    <p:sldLayoutId id="2147483755" r:id="rId12"/>
  </p:sldLayoutIdLst>
  <p:hf hdr="0" dt="0"/>
  <p:txStyles>
    <p:titleStyle>
      <a:lvl1pPr marL="360000" indent="-252000" algn="l" defTabSz="914400" rtl="0" eaLnBrk="1" latinLnBrk="0" hangingPunct="1">
        <a:lnSpc>
          <a:spcPct val="100000"/>
        </a:lnSpc>
        <a:spcBef>
          <a:spcPct val="0"/>
        </a:spcBef>
        <a:buFontTx/>
        <a:buBlip>
          <a:blip r:embed="rId16"/>
        </a:buBlip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0" indent="252000" algn="l" defTabSz="914400" rtl="0" eaLnBrk="1" latinLnBrk="0" hangingPunct="1">
        <a:lnSpc>
          <a:spcPct val="100000"/>
        </a:lnSpc>
        <a:spcBef>
          <a:spcPts val="1000"/>
        </a:spcBef>
        <a:buFont typeface="Wingdings" pitchFamily="2" charset="2"/>
        <a:buChar char="v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216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◆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76000" indent="144000" algn="l" defTabSz="914400" rtl="0" eaLnBrk="1" latinLnBrk="0" hangingPunct="1">
        <a:lnSpc>
          <a:spcPct val="100000"/>
        </a:lnSpc>
        <a:spcBef>
          <a:spcPts val="500"/>
        </a:spcBef>
        <a:buSzPct val="120000"/>
        <a:buFont typeface="Wingdings" pitchFamily="2" charset="2"/>
        <a:buChar char="§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12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108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‑"/>
        <a:defRPr sz="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65" userDrawn="1">
          <p15:clr>
            <a:srgbClr val="F26B43"/>
          </p15:clr>
        </p15:guide>
        <p15:guide id="2" pos="6160" userDrawn="1">
          <p15:clr>
            <a:srgbClr val="F26B43"/>
          </p15:clr>
        </p15:guide>
        <p15:guide id="3" pos="81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88F5D-B949-5A47-9CA7-A9FB7AA3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337693"/>
            <a:ext cx="9648824" cy="37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FC2E2-F12D-6244-B65B-A16BBC2C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" y="829583"/>
            <a:ext cx="9648825" cy="534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 편집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A3AA39-F608-F141-9326-6292EC2F937C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B606834F-7B27-134B-B0F7-32AAE5266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1BA2234-F1F2-7149-9D06-AE96DE3A8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21FE822B-3F04-3746-A909-878AC8D77DE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6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</p:sldLayoutIdLst>
  <p:hf hdr="0" dt="0"/>
  <p:txStyles>
    <p:titleStyle>
      <a:lvl1pPr marL="360000" indent="-252000" algn="l" defTabSz="914400" rtl="0" eaLnBrk="1" latinLnBrk="0" hangingPunct="1">
        <a:lnSpc>
          <a:spcPct val="100000"/>
        </a:lnSpc>
        <a:spcBef>
          <a:spcPct val="0"/>
        </a:spcBef>
        <a:buFontTx/>
        <a:buBlip>
          <a:blip r:embed="rId12"/>
        </a:buBlip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0" indent="252000" algn="l" defTabSz="914400" rtl="0" eaLnBrk="1" latinLnBrk="0" hangingPunct="1">
        <a:lnSpc>
          <a:spcPct val="100000"/>
        </a:lnSpc>
        <a:spcBef>
          <a:spcPts val="1000"/>
        </a:spcBef>
        <a:buFont typeface="Wingdings" pitchFamily="2" charset="2"/>
        <a:buChar char="v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216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◆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76000" indent="144000" algn="l" defTabSz="914400" rtl="0" eaLnBrk="1" latinLnBrk="0" hangingPunct="1">
        <a:lnSpc>
          <a:spcPct val="100000"/>
        </a:lnSpc>
        <a:spcBef>
          <a:spcPts val="500"/>
        </a:spcBef>
        <a:buSzPct val="120000"/>
        <a:buFont typeface="Wingdings" pitchFamily="2" charset="2"/>
        <a:buChar char="§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12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108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‑"/>
        <a:defRPr sz="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60">
          <p15:clr>
            <a:srgbClr val="F26B43"/>
          </p15:clr>
        </p15:guide>
        <p15:guide id="3" pos="8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88F5D-B949-5A47-9CA7-A9FB7AA3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337693"/>
            <a:ext cx="9648824" cy="37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FC2E2-F12D-6244-B65B-A16BBC2C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" y="829583"/>
            <a:ext cx="9648825" cy="534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 편집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B606834F-7B27-134B-B0F7-32AAE5266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1BA2234-F1F2-7149-9D06-AE96DE3A8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290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7" r:id="rId2"/>
    <p:sldLayoutId id="2147483822" r:id="rId3"/>
    <p:sldLayoutId id="2147483825" r:id="rId4"/>
    <p:sldLayoutId id="2147483828" r:id="rId5"/>
    <p:sldLayoutId id="2147483826" r:id="rId6"/>
  </p:sldLayoutIdLst>
  <p:hf hdr="0" dt="0"/>
  <p:txStyles>
    <p:titleStyle>
      <a:lvl1pPr marL="360000" indent="-252000" algn="l" defTabSz="914400" rtl="0" eaLnBrk="1" latinLnBrk="0" hangingPunct="1">
        <a:lnSpc>
          <a:spcPct val="100000"/>
        </a:lnSpc>
        <a:spcBef>
          <a:spcPct val="0"/>
        </a:spcBef>
        <a:buFontTx/>
        <a:buBlip>
          <a:blip r:embed="rId8"/>
        </a:buBlip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0" indent="252000" algn="l" defTabSz="914400" rtl="0" eaLnBrk="1" latinLnBrk="0" hangingPunct="1">
        <a:lnSpc>
          <a:spcPct val="100000"/>
        </a:lnSpc>
        <a:spcBef>
          <a:spcPts val="1000"/>
        </a:spcBef>
        <a:buFont typeface="Wingdings" pitchFamily="2" charset="2"/>
        <a:buChar char="v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216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◆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76000" indent="144000" algn="l" defTabSz="914400" rtl="0" eaLnBrk="1" latinLnBrk="0" hangingPunct="1">
        <a:lnSpc>
          <a:spcPct val="100000"/>
        </a:lnSpc>
        <a:spcBef>
          <a:spcPts val="500"/>
        </a:spcBef>
        <a:buSzPct val="120000"/>
        <a:buFont typeface="Wingdings" pitchFamily="2" charset="2"/>
        <a:buChar char="§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12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108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‑"/>
        <a:defRPr sz="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60">
          <p15:clr>
            <a:srgbClr val="F26B43"/>
          </p15:clr>
        </p15:guide>
        <p15:guide id="3" pos="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blog/2019/09/19/spring-tools-4-4-0-released" TargetMode="External"/><Relationship Id="rId2" Type="http://schemas.openxmlformats.org/officeDocument/2006/relationships/hyperlink" Target="https://ubuntu.com/download/desktop/thank-you?version=24.04.3&amp;architecture=amd64&amp;lts=true)&#50752;%20Java%2017" TargetMode="Externa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geofabrik.de/asia/south-korea-shortbread-1.0.mbtiles" TargetMode="Externa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1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일러두기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Before</a:t>
            </a:r>
            <a:r>
              <a:rPr lang="ko-KR" altLang="en-US" dirty="0"/>
              <a:t> </a:t>
            </a:r>
            <a:r>
              <a:rPr lang="en-US" altLang="ko-KR" dirty="0"/>
              <a:t>Start…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2" y="1298264"/>
            <a:ext cx="8556768" cy="50048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900" dirty="0"/>
              <a:t>본 문서에서 제시하는 설치 절차는 특별한 언급이 없을 경우 </a:t>
            </a:r>
            <a:r>
              <a:rPr lang="en-US" altLang="ko-KR" sz="900" dirty="0"/>
              <a:t>Ubuntu 24.04.3 LTS OS</a:t>
            </a:r>
            <a:r>
              <a:rPr lang="ko-KR" altLang="en-US" sz="900" dirty="0"/>
              <a:t> </a:t>
            </a:r>
            <a:r>
              <a:rPr lang="en-US" altLang="ko-KR" sz="900" dirty="0"/>
              <a:t>(</a:t>
            </a:r>
            <a:r>
              <a:rPr lang="en-US" altLang="ko-KR" sz="900" dirty="0">
                <a:hlinkClick r:id="rId2"/>
              </a:rPr>
              <a:t>https://ubuntu.com/download/desktop/thank-you?version=24.04.3&amp;architecture=amd64&amp;lts=true)</a:t>
            </a:r>
            <a:r>
              <a:rPr lang="ko-KR" altLang="en-US" sz="900" dirty="0">
                <a:hlinkClick r:id="rId2"/>
              </a:rPr>
              <a:t>와 </a:t>
            </a:r>
            <a:r>
              <a:rPr lang="en-US" altLang="ko-KR" sz="900" dirty="0">
                <a:hlinkClick r:id="rId2"/>
              </a:rPr>
              <a:t>Java 17</a:t>
            </a:r>
            <a:r>
              <a:rPr lang="en-US" altLang="ko-KR" sz="900" dirty="0"/>
              <a:t>,  Spring Tool Suite 4.4.0 RELEASE(</a:t>
            </a:r>
            <a:r>
              <a:rPr lang="en-US" altLang="ko-KR" sz="900" dirty="0">
                <a:hlinkClick r:id="rId3"/>
              </a:rPr>
              <a:t>https://spring.io/blog/2019/09/19/spring-tools-4-4-0-released</a:t>
            </a:r>
            <a:r>
              <a:rPr lang="en-US" altLang="ko-KR" sz="900" dirty="0"/>
              <a:t>)</a:t>
            </a:r>
            <a:r>
              <a:rPr lang="ko-KR" altLang="en-US" sz="900" dirty="0"/>
              <a:t>와 </a:t>
            </a:r>
            <a:r>
              <a:rPr lang="en-US" altLang="ko-KR" sz="900" dirty="0"/>
              <a:t>Java11</a:t>
            </a:r>
            <a:r>
              <a:rPr lang="ko-KR" altLang="en-US" sz="900" dirty="0"/>
              <a:t>을</a:t>
            </a:r>
            <a:r>
              <a:rPr lang="en-US" altLang="ko-KR" sz="900" dirty="0"/>
              <a:t> </a:t>
            </a:r>
            <a:r>
              <a:rPr lang="ko-KR" altLang="en-US" sz="900" dirty="0"/>
              <a:t> 활용하는 실행 환경을 기준으로 작성되어 있음</a:t>
            </a:r>
            <a:r>
              <a:rPr lang="en-US" altLang="ko-KR" sz="900" dirty="0"/>
              <a:t>. </a:t>
            </a:r>
            <a:r>
              <a:rPr lang="ko-KR" altLang="en-US" sz="900" dirty="0"/>
              <a:t>본 문서에서 제시한 것과 다른 조건의 환경에서는 동일한 기능을 설치 및 설정하는 데에 필요한 절차가 다를 수 있으며 본 문서에서는 그 모든 경우에 대해 서술하지는 않는 것으로 함</a:t>
            </a:r>
            <a:r>
              <a:rPr lang="en-US" altLang="ko-KR" sz="900" dirty="0"/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altLang="ko-KR" sz="9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900" dirty="0"/>
              <a:t>본 문서는 </a:t>
            </a:r>
            <a:r>
              <a:rPr lang="en-US" altLang="ko-KR" sz="900" dirty="0" err="1"/>
              <a:t>tileserver-gl</a:t>
            </a:r>
            <a:r>
              <a:rPr lang="ko-KR" altLang="en-US" sz="900" dirty="0"/>
              <a:t>의 설치과정과 </a:t>
            </a:r>
            <a:r>
              <a:rPr lang="en-US" altLang="ko-KR" sz="900" dirty="0"/>
              <a:t>Open Street Map</a:t>
            </a:r>
            <a:r>
              <a:rPr lang="ko-KR" altLang="en-US" sz="900" dirty="0"/>
              <a:t>을 이용한 렌더링 서버를 별도로 설치하는것과 </a:t>
            </a:r>
            <a:r>
              <a:rPr lang="en-US" altLang="ko-KR" sz="900" dirty="0"/>
              <a:t>docker</a:t>
            </a:r>
            <a:r>
              <a:rPr lang="ko-KR" altLang="en-US" sz="900" dirty="0"/>
              <a:t>에 </a:t>
            </a:r>
            <a:r>
              <a:rPr lang="en-US" altLang="ko-KR" sz="900" dirty="0"/>
              <a:t>Caddy</a:t>
            </a:r>
            <a:r>
              <a:rPr lang="ko-KR" altLang="en-US" sz="900" dirty="0"/>
              <a:t>의 이미지를 올려 </a:t>
            </a:r>
            <a:r>
              <a:rPr lang="en-US" altLang="ko-KR" sz="900" dirty="0"/>
              <a:t>Caddy Proxy</a:t>
            </a:r>
            <a:r>
              <a:rPr lang="ko-KR" altLang="en-US" sz="900" dirty="0"/>
              <a:t>를 통해 </a:t>
            </a:r>
            <a:r>
              <a:rPr lang="ko-KR" altLang="en-US" sz="900" dirty="0" err="1"/>
              <a:t>스프링부트</a:t>
            </a:r>
            <a:r>
              <a:rPr lang="ko-KR" altLang="en-US" sz="900" dirty="0"/>
              <a:t> 서버와 통신하여 </a:t>
            </a:r>
            <a:r>
              <a:rPr lang="en-US" altLang="ko-KR" sz="900" dirty="0" err="1"/>
              <a:t>tileserver-gl</a:t>
            </a:r>
            <a:r>
              <a:rPr lang="ko-KR" altLang="en-US" sz="900" dirty="0"/>
              <a:t>에 저장된 한국의 지도데이터를 </a:t>
            </a:r>
            <a:r>
              <a:rPr lang="ko-KR" altLang="en-US" sz="900" dirty="0" err="1"/>
              <a:t>가져오는것</a:t>
            </a:r>
            <a:r>
              <a:rPr lang="ko-KR" altLang="en-US" sz="900" dirty="0"/>
              <a:t> 까지의 과정만 서술하고 있음</a:t>
            </a:r>
            <a:r>
              <a:rPr lang="en-US" altLang="ko-KR" sz="900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900" dirty="0"/>
              <a:t>렌더링 서버의 </a:t>
            </a:r>
            <a:r>
              <a:rPr lang="en-US" altLang="ko-KR" sz="900" dirty="0"/>
              <a:t>Docker, Java</a:t>
            </a:r>
            <a:r>
              <a:rPr lang="ko-KR" altLang="en-US" sz="900" dirty="0"/>
              <a:t>등 구성요소의 설치 및 설정은 본 문서에서는 다루지 않음</a:t>
            </a:r>
            <a:r>
              <a:rPr lang="en-US" altLang="ko-KR" sz="900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900" dirty="0"/>
              <a:t>브라우저의 </a:t>
            </a:r>
            <a:r>
              <a:rPr lang="ko-KR" altLang="en-US" sz="900" dirty="0" err="1"/>
              <a:t>설정값에</a:t>
            </a:r>
            <a:r>
              <a:rPr lang="ko-KR" altLang="en-US" sz="900" dirty="0"/>
              <a:t> 대해서 본 문서에서는 다루지 않음</a:t>
            </a:r>
            <a:r>
              <a:rPr lang="en-US" altLang="ko-KR" sz="900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900" dirty="0"/>
              <a:t>암호화키 및 보안설정에 대해서 본 문서에서는 다루지 않음</a:t>
            </a:r>
            <a:endParaRPr lang="en-US" altLang="ko-KR" sz="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900" dirty="0"/>
              <a:t>DB</a:t>
            </a:r>
            <a:r>
              <a:rPr lang="ko-KR" altLang="en-US" sz="900" dirty="0"/>
              <a:t> 설정 및 세팅에 대해서는 별도로 다루지 않음</a:t>
            </a:r>
            <a:r>
              <a:rPr lang="en-US" altLang="ko-KR" sz="900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900" dirty="0" err="1"/>
              <a:t>스프링부트</a:t>
            </a:r>
            <a:r>
              <a:rPr lang="ko-KR" altLang="en-US" sz="900" dirty="0"/>
              <a:t> 서버와 </a:t>
            </a:r>
            <a:r>
              <a:rPr lang="en-US" altLang="ko-KR" sz="900" dirty="0"/>
              <a:t>DB</a:t>
            </a:r>
            <a:r>
              <a:rPr lang="ko-KR" altLang="en-US" sz="900" dirty="0"/>
              <a:t>연결</a:t>
            </a:r>
            <a:r>
              <a:rPr lang="en-US" altLang="ko-KR" sz="900" dirty="0"/>
              <a:t>(JDBC, </a:t>
            </a:r>
            <a:r>
              <a:rPr lang="en-US" altLang="ko-KR" sz="900" dirty="0" err="1"/>
              <a:t>Mybatis</a:t>
            </a:r>
            <a:r>
              <a:rPr lang="en-US" altLang="ko-KR" sz="900" dirty="0"/>
              <a:t>) </a:t>
            </a:r>
            <a:r>
              <a:rPr lang="ko-KR" altLang="en-US" sz="900" dirty="0"/>
              <a:t>관련 설정은 별도로 다루지 않음</a:t>
            </a:r>
            <a:r>
              <a:rPr lang="en-US" altLang="ko-KR" sz="900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900" dirty="0" err="1"/>
              <a:t>스프링부트</a:t>
            </a:r>
            <a:r>
              <a:rPr lang="ko-KR" altLang="en-US" sz="900" dirty="0"/>
              <a:t> 서버의 </a:t>
            </a:r>
            <a:r>
              <a:rPr lang="en-US" altLang="ko-KR" sz="900" dirty="0"/>
              <a:t>MVC</a:t>
            </a:r>
            <a:r>
              <a:rPr lang="ko-KR" altLang="en-US" sz="900" dirty="0"/>
              <a:t>패턴 및 </a:t>
            </a:r>
            <a:r>
              <a:rPr lang="en-US" altLang="ko-KR" sz="900" dirty="0"/>
              <a:t>CRUD </a:t>
            </a:r>
            <a:r>
              <a:rPr lang="ko-KR" altLang="en-US" sz="900" dirty="0"/>
              <a:t>과정에 대해서는 다루지 않음</a:t>
            </a:r>
            <a:r>
              <a:rPr lang="en-US" altLang="ko-KR" sz="900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900" dirty="0"/>
              <a:t>Ubuntu, </a:t>
            </a:r>
            <a:r>
              <a:rPr lang="ko-KR" altLang="en-US" sz="900" dirty="0"/>
              <a:t>개발도구</a:t>
            </a:r>
            <a:r>
              <a:rPr lang="en-US" altLang="ko-KR" sz="900" dirty="0"/>
              <a:t>, </a:t>
            </a:r>
            <a:r>
              <a:rPr lang="ko-KR" altLang="en-US" sz="900" dirty="0"/>
              <a:t>브라우저</a:t>
            </a:r>
            <a:r>
              <a:rPr lang="en-US" altLang="ko-KR" sz="900" dirty="0"/>
              <a:t>(Spring Boot, chrome)</a:t>
            </a:r>
            <a:r>
              <a:rPr lang="ko-KR" altLang="en-US" sz="900" dirty="0"/>
              <a:t>의 상세 설정은 다루지 않음</a:t>
            </a:r>
            <a:r>
              <a:rPr lang="en-US" altLang="ko-KR" sz="900" dirty="0"/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45052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2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Ubuntu </a:t>
            </a:r>
            <a:r>
              <a:rPr lang="ko-KR" altLang="en-US" dirty="0"/>
              <a:t>업데이트 확인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우분투 </a:t>
            </a:r>
            <a:r>
              <a:rPr lang="en-US" altLang="ko-KR" sz="900" dirty="0"/>
              <a:t>OS</a:t>
            </a:r>
            <a:r>
              <a:rPr lang="ko-KR" altLang="en-US" sz="900" dirty="0"/>
              <a:t> 업데이트 및 관련 프로그램 업데이트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명령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dirty="0">
                <a:latin typeface="Consolas" panose="020B0609020204030204" pitchFamily="49" charset="0"/>
              </a:rPr>
              <a:t># Update Ubuntu OS update and other program </a:t>
            </a: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sudo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latin typeface="Consolas" panose="020B0609020204030204" pitchFamily="49" charset="0"/>
              </a:rPr>
              <a:t>apt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latin typeface="Consolas" panose="020B0609020204030204" pitchFamily="49" charset="0"/>
              </a:rPr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137177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3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TileServer</a:t>
            </a:r>
            <a:r>
              <a:rPr lang="en-US" altLang="ko-KR" dirty="0"/>
              <a:t> GL(</a:t>
            </a:r>
            <a:r>
              <a:rPr lang="en-US" altLang="ko-KR" dirty="0" err="1"/>
              <a:t>mbtiles</a:t>
            </a:r>
            <a:r>
              <a:rPr lang="en-US" altLang="ko-KR" dirty="0"/>
              <a:t>) </a:t>
            </a:r>
            <a:r>
              <a:rPr lang="ko-KR" altLang="en-US" dirty="0"/>
              <a:t>다운로드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900" dirty="0" err="1"/>
              <a:t>mbtiles</a:t>
            </a:r>
            <a:r>
              <a:rPr lang="ko-KR" altLang="en-US" sz="900" dirty="0"/>
              <a:t>를 전용으로 사용할 폴더 생성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sz="900" dirty="0" err="1"/>
              <a:t>Geofabrik</a:t>
            </a:r>
            <a:r>
              <a:rPr lang="ko-KR" altLang="en-US" sz="900" dirty="0"/>
              <a:t>에서 한국 전용으로 변환된 </a:t>
            </a:r>
            <a:r>
              <a:rPr lang="en-US" altLang="ko-KR" sz="900" dirty="0" err="1"/>
              <a:t>MBTiles</a:t>
            </a:r>
            <a:r>
              <a:rPr lang="en-US" altLang="ko-KR" sz="900" dirty="0"/>
              <a:t> </a:t>
            </a:r>
            <a:r>
              <a:rPr lang="ko-KR" altLang="en-US" sz="900" dirty="0"/>
              <a:t>다운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sz="900" dirty="0" err="1"/>
              <a:t>TileServer</a:t>
            </a:r>
            <a:r>
              <a:rPr lang="en-US" altLang="ko-KR" sz="900" dirty="0"/>
              <a:t> </a:t>
            </a:r>
            <a:r>
              <a:rPr lang="en-US" altLang="ko-KR" sz="900" dirty="0" err="1"/>
              <a:t>Gl</a:t>
            </a:r>
            <a:r>
              <a:rPr lang="en-US" altLang="ko-KR" sz="900" dirty="0"/>
              <a:t> </a:t>
            </a:r>
            <a:r>
              <a:rPr lang="ko-KR" altLang="en-US" sz="900" dirty="0"/>
              <a:t>컨테이너 구동하기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sz="900" dirty="0" err="1"/>
              <a:t>TileServer</a:t>
            </a:r>
            <a:r>
              <a:rPr lang="ko-KR" altLang="en-US" sz="900" dirty="0"/>
              <a:t>의 상태를 브라우저에서 확인해보기 위해서</a:t>
            </a:r>
            <a:r>
              <a:rPr lang="en-US" altLang="ko-KR" sz="900" dirty="0"/>
              <a:t> </a:t>
            </a:r>
            <a:r>
              <a:rPr lang="ko-KR" altLang="en-US" sz="900" dirty="0"/>
              <a:t>주소창에 입력하기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구동 확인 후 </a:t>
            </a:r>
            <a:r>
              <a:rPr lang="en-US" altLang="ko-KR" sz="900" dirty="0" err="1"/>
              <a:t>TileServer</a:t>
            </a:r>
            <a:r>
              <a:rPr lang="en-US" altLang="ko-KR" sz="900" dirty="0"/>
              <a:t> </a:t>
            </a:r>
            <a:r>
              <a:rPr lang="ko-KR" altLang="en-US" sz="900" dirty="0"/>
              <a:t>멈추기</a:t>
            </a:r>
            <a:endParaRPr lang="en-US" altLang="ko-KR" sz="9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명령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dirty="0">
                <a:latin typeface="Consolas" panose="020B0609020204030204" pitchFamily="49" charset="0"/>
              </a:rPr>
              <a:t># make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 err="1">
                <a:latin typeface="Consolas" panose="020B0609020204030204" pitchFamily="49" charset="0"/>
              </a:rPr>
              <a:t>mbtiles</a:t>
            </a:r>
            <a:r>
              <a:rPr lang="en-US" altLang="ko-KR" sz="900" dirty="0">
                <a:latin typeface="Consolas" panose="020B0609020204030204" pitchFamily="49" charset="0"/>
              </a:rPr>
              <a:t> folder</a:t>
            </a: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mkdir</a:t>
            </a:r>
            <a:r>
              <a:rPr lang="en-US" altLang="ko-KR" sz="900" dirty="0">
                <a:latin typeface="Consolas" panose="020B0609020204030204" pitchFamily="49" charset="0"/>
              </a:rPr>
              <a:t> -p ~/tiles &amp;&amp; cd ~/tiles</a:t>
            </a: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mkdir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latin typeface="Consolas" panose="020B0609020204030204" pitchFamily="49" charset="0"/>
              </a:rPr>
              <a:t>–p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latin typeface="Consolas" panose="020B0609020204030204" pitchFamily="49" charset="0"/>
              </a:rPr>
              <a:t>~/tiles/{</a:t>
            </a:r>
            <a:r>
              <a:rPr lang="en-US" altLang="ko-KR" sz="900" dirty="0" err="1">
                <a:latin typeface="Consolas" panose="020B0609020204030204" pitchFamily="49" charset="0"/>
              </a:rPr>
              <a:t>data,fonts</a:t>
            </a:r>
            <a:r>
              <a:rPr lang="en-US" altLang="ko-KR" sz="900" dirty="0">
                <a:latin typeface="Consolas" panose="020B0609020204030204" pitchFamily="49" charset="0"/>
              </a:rPr>
              <a:t>}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latin typeface="Consolas" panose="020B0609020204030204" pitchFamily="49" charset="0"/>
              </a:rPr>
              <a:t>&amp;&amp;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latin typeface="Consolas" panose="020B0609020204030204" pitchFamily="49" charset="0"/>
              </a:rPr>
              <a:t>cd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latin typeface="Consolas" panose="020B0609020204030204" pitchFamily="49" charset="0"/>
              </a:rPr>
              <a:t>~/tiles/data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download </a:t>
            </a:r>
            <a:r>
              <a:rPr lang="en-US" altLang="ko-KR" sz="900" dirty="0" err="1">
                <a:latin typeface="Consolas" panose="020B0609020204030204" pitchFamily="49" charset="0"/>
              </a:rPr>
              <a:t>Geofabrik</a:t>
            </a:r>
            <a:r>
              <a:rPr lang="en-US" altLang="ko-KR" sz="900" dirty="0">
                <a:latin typeface="Consolas" panose="020B0609020204030204" pitchFamily="49" charset="0"/>
              </a:rPr>
              <a:t> “South Korea Shortbread” </a:t>
            </a:r>
            <a:r>
              <a:rPr lang="en-US" altLang="ko-KR" sz="900" dirty="0" err="1">
                <a:latin typeface="Consolas" panose="020B0609020204030204" pitchFamily="49" charset="0"/>
              </a:rPr>
              <a:t>MBTiles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wget</a:t>
            </a:r>
            <a:r>
              <a:rPr lang="en-US" altLang="ko-KR" sz="900" dirty="0">
                <a:latin typeface="Consolas" panose="020B0609020204030204" pitchFamily="49" charset="0"/>
              </a:rPr>
              <a:t> -O </a:t>
            </a:r>
            <a:r>
              <a:rPr lang="en-US" altLang="ko-KR" sz="900" dirty="0" err="1">
                <a:latin typeface="Consolas" panose="020B0609020204030204" pitchFamily="49" charset="0"/>
              </a:rPr>
              <a:t>korea.mbtiles</a:t>
            </a:r>
            <a:r>
              <a:rPr lang="en-US" altLang="ko-KR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latin typeface="Consolas" panose="020B0609020204030204" pitchFamily="49" charset="0"/>
                <a:hlinkClick r:id="rId2"/>
              </a:rPr>
              <a:t>https://download.geofabrik.de/asia/south-korea-shortbread-1.0.mbtiles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Run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</a:t>
            </a:r>
            <a:r>
              <a:rPr lang="en-US" altLang="ko-KR" sz="900" dirty="0">
                <a:latin typeface="Consolas" panose="020B0609020204030204" pitchFamily="49" charset="0"/>
              </a:rPr>
              <a:t> GL Container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cd ..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docker run --rm -it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--name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tileserver-gl</a:t>
            </a:r>
            <a:r>
              <a:rPr lang="en-US" altLang="ko-KR" sz="900" dirty="0">
                <a:latin typeface="Consolas" panose="020B0609020204030204" pitchFamily="49" charset="0"/>
              </a:rPr>
              <a:t>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-v "$(</a:t>
            </a:r>
            <a:r>
              <a:rPr lang="en-US" altLang="ko-KR" sz="900" dirty="0" err="1">
                <a:latin typeface="Consolas" panose="020B0609020204030204" pitchFamily="49" charset="0"/>
              </a:rPr>
              <a:t>pwd</a:t>
            </a:r>
            <a:r>
              <a:rPr lang="en-US" altLang="ko-KR" sz="900" dirty="0">
                <a:latin typeface="Consolas" panose="020B0609020204030204" pitchFamily="49" charset="0"/>
              </a:rPr>
              <a:t>):/data"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-p 8080:8080 \</a:t>
            </a: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maptiler</a:t>
            </a:r>
            <a:r>
              <a:rPr lang="en-US" altLang="ko-KR" sz="900" dirty="0">
                <a:latin typeface="Consolas" panose="020B0609020204030204" pitchFamily="49" charset="0"/>
              </a:rPr>
              <a:t>/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tileserver-gl:latest</a:t>
            </a:r>
            <a:r>
              <a:rPr lang="en-US" altLang="ko-KR" sz="900" dirty="0">
                <a:latin typeface="Consolas" panose="020B0609020204030204" pitchFamily="49" charset="0"/>
              </a:rPr>
              <a:t>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--file /data/</a:t>
            </a:r>
            <a:r>
              <a:rPr lang="en-US" altLang="ko-KR" sz="900" dirty="0" err="1">
                <a:latin typeface="Consolas" panose="020B0609020204030204" pitchFamily="49" charset="0"/>
              </a:rPr>
              <a:t>korea.mbtiles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Confirm Status of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</a:t>
            </a:r>
            <a:r>
              <a:rPr lang="en-US" altLang="ko-KR" sz="900" dirty="0">
                <a:latin typeface="Consolas" panose="020B0609020204030204" pitchFamily="49" charset="0"/>
              </a:rPr>
              <a:t> at Browser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# Input on browser address box and return</a:t>
            </a:r>
          </a:p>
          <a:p>
            <a:r>
              <a:rPr lang="en-US" altLang="ko-KR" sz="900" dirty="0"/>
              <a:t>http://&lt;</a:t>
            </a:r>
            <a:r>
              <a:rPr lang="ko-KR" altLang="en-US" sz="900" dirty="0"/>
              <a:t>우분투</a:t>
            </a:r>
            <a:r>
              <a:rPr lang="en-US" altLang="ko-KR" sz="900" dirty="0"/>
              <a:t>IP&gt;:8080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Stop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Ctrl + C</a:t>
            </a:r>
          </a:p>
        </p:txBody>
      </p:sp>
    </p:spTree>
    <p:extLst>
      <p:ext uri="{BB962C8B-B14F-4D97-AF65-F5344CB8AC3E}">
        <p14:creationId xmlns:p14="http://schemas.microsoft.com/office/powerpoint/2010/main" val="216643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4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Tileserver</a:t>
            </a:r>
            <a:r>
              <a:rPr lang="en-US" altLang="ko-KR" dirty="0"/>
              <a:t> GL </a:t>
            </a:r>
            <a:r>
              <a:rPr lang="ko-KR" altLang="en-US" dirty="0"/>
              <a:t>세팅 및 </a:t>
            </a:r>
            <a:r>
              <a:rPr lang="en-US" altLang="ko-KR" dirty="0"/>
              <a:t>Customizing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폰트 </a:t>
            </a:r>
            <a:r>
              <a:rPr lang="en-US" altLang="ko-KR" sz="900" dirty="0" err="1"/>
              <a:t>pbf</a:t>
            </a:r>
            <a:r>
              <a:rPr lang="ko-KR" altLang="en-US" sz="900" dirty="0"/>
              <a:t>파일 생성하기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생성된 </a:t>
            </a:r>
            <a:r>
              <a:rPr lang="en-US" altLang="ko-KR" sz="900" dirty="0" err="1"/>
              <a:t>pbf</a:t>
            </a:r>
            <a:r>
              <a:rPr lang="ko-KR" altLang="en-US" sz="900" dirty="0"/>
              <a:t>파일 확인하기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결과물 </a:t>
            </a:r>
            <a:r>
              <a:rPr lang="en-US" altLang="ko-KR" sz="900" dirty="0"/>
              <a:t>_output </a:t>
            </a:r>
            <a:r>
              <a:rPr lang="ko-KR" altLang="en-US" sz="900" dirty="0"/>
              <a:t>폴더의 내용물을 </a:t>
            </a:r>
            <a:r>
              <a:rPr lang="en-US" altLang="ko-KR" sz="900" dirty="0" err="1"/>
              <a:t>fonts_pbf</a:t>
            </a:r>
            <a:r>
              <a:rPr lang="en-US" altLang="ko-KR" sz="900" dirty="0"/>
              <a:t> </a:t>
            </a:r>
            <a:r>
              <a:rPr lang="ko-KR" altLang="en-US" sz="900" dirty="0"/>
              <a:t>폴더로 복사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설정파일이 될 </a:t>
            </a:r>
            <a:r>
              <a:rPr lang="en-US" altLang="ko-KR" sz="900" dirty="0" err="1"/>
              <a:t>config.json</a:t>
            </a:r>
            <a:r>
              <a:rPr lang="en-US" altLang="ko-KR" sz="900" dirty="0"/>
              <a:t> </a:t>
            </a:r>
            <a:r>
              <a:rPr lang="ko-KR" altLang="en-US" sz="900" dirty="0"/>
              <a:t>생성하기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명령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dirty="0">
                <a:latin typeface="Consolas" panose="020B0609020204030204" pitchFamily="49" charset="0"/>
              </a:rPr>
              <a:t># make PBF files for fonts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cd ~/tiles/fonts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docker run --rm -it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-v "$PWD:/work"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-w /work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node:20-bullseye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bash -</a:t>
            </a:r>
            <a:r>
              <a:rPr lang="en-US" altLang="ko-KR" sz="900" dirty="0" err="1">
                <a:latin typeface="Consolas" panose="020B0609020204030204" pitchFamily="49" charset="0"/>
              </a:rPr>
              <a:t>lc</a:t>
            </a:r>
            <a:r>
              <a:rPr lang="en-US" altLang="ko-KR" sz="900" dirty="0">
                <a:latin typeface="Consolas" panose="020B0609020204030204" pitchFamily="49" charset="0"/>
              </a:rPr>
              <a:t> "</a:t>
            </a:r>
            <a:r>
              <a:rPr lang="en-US" altLang="ko-KR" sz="900" dirty="0" err="1">
                <a:latin typeface="Consolas" panose="020B0609020204030204" pitchFamily="49" charset="0"/>
              </a:rPr>
              <a:t>npm</a:t>
            </a:r>
            <a:r>
              <a:rPr lang="en-US" altLang="ko-KR" sz="900" dirty="0">
                <a:latin typeface="Consolas" panose="020B0609020204030204" pitchFamily="49" charset="0"/>
              </a:rPr>
              <a:t> install &amp;&amp; node ./generate.js“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check completed font files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find ~/tiles/fonts/_output -</a:t>
            </a:r>
            <a:r>
              <a:rPr lang="en-US" altLang="ko-KR" sz="900" dirty="0" err="1">
                <a:latin typeface="Consolas" panose="020B0609020204030204" pitchFamily="49" charset="0"/>
              </a:rPr>
              <a:t>maxdepth</a:t>
            </a:r>
            <a:r>
              <a:rPr lang="en-US" altLang="ko-KR" sz="900" dirty="0">
                <a:latin typeface="Consolas" panose="020B0609020204030204" pitchFamily="49" charset="0"/>
              </a:rPr>
              <a:t> 2 -name "0-255.pbf" | head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make </a:t>
            </a:r>
            <a:r>
              <a:rPr lang="en-US" altLang="ko-KR" sz="900" dirty="0" err="1">
                <a:latin typeface="Consolas" panose="020B0609020204030204" pitchFamily="49" charset="0"/>
              </a:rPr>
              <a:t>fonts_pbf</a:t>
            </a:r>
            <a:r>
              <a:rPr lang="en-US" altLang="ko-KR" sz="900" dirty="0">
                <a:latin typeface="Consolas" panose="020B0609020204030204" pitchFamily="49" charset="0"/>
              </a:rPr>
              <a:t> folder and copy output files.</a:t>
            </a: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mkdir</a:t>
            </a:r>
            <a:r>
              <a:rPr lang="en-US" altLang="ko-KR" sz="900" dirty="0">
                <a:latin typeface="Consolas" panose="020B0609020204030204" pitchFamily="49" charset="0"/>
              </a:rPr>
              <a:t> -p ~/tiles/</a:t>
            </a:r>
            <a:r>
              <a:rPr lang="en-US" altLang="ko-KR" sz="900" dirty="0" err="1">
                <a:latin typeface="Consolas" panose="020B0609020204030204" pitchFamily="49" charset="0"/>
              </a:rPr>
              <a:t>fonts_pbf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cp -a ~/tiles/fonts/_output/* ~/tiles/</a:t>
            </a:r>
            <a:r>
              <a:rPr lang="en-US" altLang="ko-KR" sz="900" dirty="0" err="1">
                <a:latin typeface="Consolas" panose="020B0609020204030204" pitchFamily="49" charset="0"/>
              </a:rPr>
              <a:t>fonts_pbf</a:t>
            </a:r>
            <a:r>
              <a:rPr lang="en-US" altLang="ko-KR" sz="900" dirty="0">
                <a:latin typeface="Consolas" panose="020B0609020204030204" pitchFamily="49" charset="0"/>
              </a:rPr>
              <a:t>/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make </a:t>
            </a:r>
            <a:r>
              <a:rPr lang="en-US" altLang="ko-KR" sz="900" dirty="0" err="1">
                <a:latin typeface="Consolas" panose="020B0609020204030204" pitchFamily="49" charset="0"/>
              </a:rPr>
              <a:t>config.json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cd ~/tiles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cat &gt; ~/tiles/</a:t>
            </a:r>
            <a:r>
              <a:rPr lang="en-US" altLang="ko-KR" sz="900" dirty="0" err="1">
                <a:latin typeface="Consolas" panose="020B0609020204030204" pitchFamily="49" charset="0"/>
              </a:rPr>
              <a:t>config.json</a:t>
            </a:r>
            <a:r>
              <a:rPr lang="en-US" altLang="ko-KR" sz="900" dirty="0">
                <a:latin typeface="Consolas" panose="020B0609020204030204" pitchFamily="49" charset="0"/>
              </a:rPr>
              <a:t> &lt;&lt;'JSON'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"options": {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"paths": {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  "</a:t>
            </a:r>
            <a:r>
              <a:rPr lang="en-US" altLang="ko-KR" sz="900" dirty="0" err="1">
                <a:latin typeface="Consolas" panose="020B0609020204030204" pitchFamily="49" charset="0"/>
              </a:rPr>
              <a:t>mbtiles</a:t>
            </a:r>
            <a:r>
              <a:rPr lang="en-US" altLang="ko-KR" sz="900" dirty="0">
                <a:latin typeface="Consolas" panose="020B0609020204030204" pitchFamily="49" charset="0"/>
              </a:rPr>
              <a:t>": "data",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  "fonts": "</a:t>
            </a:r>
            <a:r>
              <a:rPr lang="en-US" altLang="ko-KR" sz="900" dirty="0" err="1">
                <a:latin typeface="Consolas" panose="020B0609020204030204" pitchFamily="49" charset="0"/>
              </a:rPr>
              <a:t>fonts_pbf</a:t>
            </a:r>
            <a:r>
              <a:rPr lang="en-US" altLang="ko-KR" sz="900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},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"</a:t>
            </a:r>
            <a:r>
              <a:rPr lang="en-US" altLang="ko-KR" sz="900" dirty="0" err="1">
                <a:latin typeface="Consolas" panose="020B0609020204030204" pitchFamily="49" charset="0"/>
              </a:rPr>
              <a:t>serveAllFonts</a:t>
            </a:r>
            <a:r>
              <a:rPr lang="en-US" altLang="ko-KR" sz="900" dirty="0">
                <a:latin typeface="Consolas" panose="020B0609020204030204" pitchFamily="49" charset="0"/>
              </a:rPr>
              <a:t>": true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},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"data": {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"</a:t>
            </a:r>
            <a:r>
              <a:rPr lang="en-US" altLang="ko-KR" sz="900" dirty="0" err="1">
                <a:latin typeface="Consolas" panose="020B0609020204030204" pitchFamily="49" charset="0"/>
              </a:rPr>
              <a:t>korea</a:t>
            </a:r>
            <a:r>
              <a:rPr lang="en-US" altLang="ko-KR" sz="900" dirty="0">
                <a:latin typeface="Consolas" panose="020B0609020204030204" pitchFamily="49" charset="0"/>
              </a:rPr>
              <a:t>": { "</a:t>
            </a:r>
            <a:r>
              <a:rPr lang="en-US" altLang="ko-KR" sz="900" dirty="0" err="1">
                <a:latin typeface="Consolas" panose="020B0609020204030204" pitchFamily="49" charset="0"/>
              </a:rPr>
              <a:t>mbtiles</a:t>
            </a:r>
            <a:r>
              <a:rPr lang="en-US" altLang="ko-KR" sz="900" dirty="0">
                <a:latin typeface="Consolas" panose="020B0609020204030204" pitchFamily="49" charset="0"/>
              </a:rPr>
              <a:t>": "</a:t>
            </a:r>
            <a:r>
              <a:rPr lang="en-US" altLang="ko-KR" sz="900" dirty="0" err="1">
                <a:latin typeface="Consolas" panose="020B0609020204030204" pitchFamily="49" charset="0"/>
              </a:rPr>
              <a:t>korea.mbtiles</a:t>
            </a:r>
            <a:r>
              <a:rPr lang="en-US" altLang="ko-KR" sz="900" dirty="0">
                <a:latin typeface="Consolas" panose="020B0609020204030204" pitchFamily="49" charset="0"/>
              </a:rPr>
              <a:t>" }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JSON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38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5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TileServer</a:t>
            </a:r>
            <a:r>
              <a:rPr lang="en-US" altLang="ko-KR" dirty="0"/>
              <a:t> GL </a:t>
            </a:r>
            <a:r>
              <a:rPr lang="ko-KR" altLang="en-US" dirty="0"/>
              <a:t>다시 실행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이전</a:t>
            </a:r>
            <a:r>
              <a:rPr lang="en-US" altLang="ko-KR" sz="900" dirty="0"/>
              <a:t> </a:t>
            </a:r>
            <a:r>
              <a:rPr lang="ko-KR" altLang="en-US" sz="900" dirty="0"/>
              <a:t>실행한 </a:t>
            </a:r>
            <a:r>
              <a:rPr lang="en-US" altLang="ko-KR" sz="900" dirty="0" err="1"/>
              <a:t>TileServer</a:t>
            </a:r>
            <a:r>
              <a:rPr lang="en-US" altLang="ko-KR" sz="900" dirty="0"/>
              <a:t>-GL </a:t>
            </a:r>
            <a:r>
              <a:rPr lang="ko-KR" altLang="en-US" sz="900" dirty="0"/>
              <a:t>삭제하기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sz="900" dirty="0" err="1"/>
              <a:t>config.json</a:t>
            </a:r>
            <a:r>
              <a:rPr lang="ko-KR" altLang="en-US" sz="900" dirty="0"/>
              <a:t>을 적용한 </a:t>
            </a:r>
            <a:r>
              <a:rPr lang="en-US" altLang="ko-KR" sz="900" dirty="0" err="1"/>
              <a:t>TileServer</a:t>
            </a:r>
            <a:r>
              <a:rPr lang="en-US" altLang="ko-KR" sz="900" dirty="0"/>
              <a:t>-GL Docker</a:t>
            </a:r>
            <a:r>
              <a:rPr lang="ko-KR" altLang="en-US" sz="900" dirty="0"/>
              <a:t>로</a:t>
            </a:r>
            <a:r>
              <a:rPr lang="en-US" altLang="ko-KR" sz="900" dirty="0"/>
              <a:t> </a:t>
            </a:r>
            <a:r>
              <a:rPr lang="ko-KR" altLang="en-US" sz="900" dirty="0"/>
              <a:t>실행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명령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dirty="0">
                <a:latin typeface="Consolas" panose="020B0609020204030204" pitchFamily="49" charset="0"/>
              </a:rPr>
              <a:t># Delete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latin typeface="Consolas" panose="020B0609020204030204" pitchFamily="49" charset="0"/>
              </a:rPr>
              <a:t>previous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Tileserver-gl</a:t>
            </a:r>
            <a:r>
              <a:rPr lang="en-US" altLang="ko-KR" sz="900" dirty="0">
                <a:latin typeface="Consolas" panose="020B0609020204030204" pitchFamily="49" charset="0"/>
              </a:rPr>
              <a:t> in docker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docker rm -f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tileserver-gl</a:t>
            </a:r>
            <a:r>
              <a:rPr lang="en-US" altLang="ko-KR" sz="900" dirty="0">
                <a:latin typeface="Consolas" panose="020B0609020204030204" pitchFamily="49" charset="0"/>
              </a:rPr>
              <a:t> 2&gt;/dev/null || true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Run new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Tileserver-gl</a:t>
            </a:r>
            <a:r>
              <a:rPr lang="en-US" altLang="ko-KR" sz="900" dirty="0">
                <a:latin typeface="Consolas" panose="020B0609020204030204" pitchFamily="49" charset="0"/>
              </a:rPr>
              <a:t> with </a:t>
            </a:r>
            <a:r>
              <a:rPr lang="en-US" altLang="ko-KR" sz="900" dirty="0" err="1">
                <a:latin typeface="Consolas" panose="020B0609020204030204" pitchFamily="49" charset="0"/>
              </a:rPr>
              <a:t>config.json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docker run --rm -it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--name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tileserver-gl</a:t>
            </a:r>
            <a:r>
              <a:rPr lang="en-US" altLang="ko-KR" sz="900" dirty="0">
                <a:latin typeface="Consolas" panose="020B0609020204030204" pitchFamily="49" charset="0"/>
              </a:rPr>
              <a:t>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-v "$HOME/tiles:/data"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-p 8080:8080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</a:t>
            </a:r>
            <a:r>
              <a:rPr lang="en-US" altLang="ko-KR" sz="900" dirty="0" err="1">
                <a:latin typeface="Consolas" panose="020B0609020204030204" pitchFamily="49" charset="0"/>
              </a:rPr>
              <a:t>maptiler</a:t>
            </a:r>
            <a:r>
              <a:rPr lang="en-US" altLang="ko-KR" sz="900" dirty="0">
                <a:latin typeface="Consolas" panose="020B0609020204030204" pitchFamily="49" charset="0"/>
              </a:rPr>
              <a:t>/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tileserver-gl:latest</a:t>
            </a:r>
            <a:r>
              <a:rPr lang="en-US" altLang="ko-KR" sz="900" dirty="0">
                <a:latin typeface="Consolas" panose="020B0609020204030204" pitchFamily="49" charset="0"/>
              </a:rPr>
              <a:t>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--config /data/</a:t>
            </a:r>
            <a:r>
              <a:rPr lang="en-US" altLang="ko-KR" sz="900" dirty="0" err="1">
                <a:latin typeface="Consolas" panose="020B0609020204030204" pitchFamily="49" charset="0"/>
              </a:rPr>
              <a:t>config.json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endParaRPr lang="en-US" altLang="ko-KR" sz="9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14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6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SpringBoot</a:t>
            </a:r>
            <a:r>
              <a:rPr lang="ko-KR" altLang="en-US" dirty="0"/>
              <a:t> </a:t>
            </a:r>
            <a:r>
              <a:rPr lang="en-US" altLang="ko-KR" dirty="0"/>
              <a:t>WAS </a:t>
            </a:r>
            <a:r>
              <a:rPr lang="ko-KR" altLang="en-US" dirty="0" err="1"/>
              <a:t>서버쪽</a:t>
            </a:r>
            <a:r>
              <a:rPr lang="ko-KR" altLang="en-US" dirty="0"/>
              <a:t> </a:t>
            </a:r>
            <a:r>
              <a:rPr lang="en-US" altLang="ko-KR" dirty="0" err="1"/>
              <a:t>jsp</a:t>
            </a:r>
            <a:r>
              <a:rPr lang="en-US" altLang="ko-KR" dirty="0"/>
              <a:t> </a:t>
            </a:r>
            <a:r>
              <a:rPr lang="ko-KR" altLang="en-US" dirty="0"/>
              <a:t>파일 만들기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900" dirty="0"/>
              <a:t>JSP </a:t>
            </a:r>
            <a:r>
              <a:rPr lang="ko-KR" altLang="en-US" sz="900" dirty="0"/>
              <a:t>파일의 헤더 및 바디 부분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내용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altLang="ko-KR" sz="1000" dirty="0"/>
              <a:t>&lt;%@ page language=</a:t>
            </a:r>
            <a:r>
              <a:rPr lang="fr-FR" altLang="ko-KR" sz="1000" i="1" dirty="0"/>
              <a:t>"java" contentType="text/html; charset=UTF-8"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pageEncoding</a:t>
            </a:r>
            <a:r>
              <a:rPr lang="en-US" altLang="ko-KR" sz="1000" dirty="0"/>
              <a:t>=</a:t>
            </a:r>
            <a:r>
              <a:rPr lang="en-US" altLang="ko-KR" sz="1000" i="1" dirty="0"/>
              <a:t>"UTF-8"%&gt;</a:t>
            </a:r>
          </a:p>
          <a:p>
            <a:r>
              <a:rPr lang="en-US" altLang="ko-KR" sz="1000" dirty="0"/>
              <a:t>&lt;!DOCTYPE html&gt;</a:t>
            </a:r>
          </a:p>
          <a:p>
            <a:r>
              <a:rPr lang="en-US" altLang="ko-KR" sz="1000" dirty="0"/>
              <a:t>&lt;html&gt;</a:t>
            </a:r>
          </a:p>
          <a:p>
            <a:r>
              <a:rPr lang="en-US" altLang="ko-KR" sz="1000" dirty="0"/>
              <a:t>&lt;head&gt;</a:t>
            </a:r>
          </a:p>
          <a:p>
            <a:r>
              <a:rPr lang="en-US" altLang="ko-KR" sz="1000" dirty="0"/>
              <a:t>&lt;meta charset=</a:t>
            </a:r>
            <a:r>
              <a:rPr lang="en-US" altLang="ko-KR" sz="1000" i="1" dirty="0"/>
              <a:t>"UTF-8" /&gt;</a:t>
            </a:r>
          </a:p>
          <a:p>
            <a:r>
              <a:rPr lang="en-US" altLang="ko-KR" sz="1000" dirty="0"/>
              <a:t>&lt;title&gt;</a:t>
            </a:r>
            <a:r>
              <a:rPr lang="ko-KR" altLang="en-US" sz="1000" dirty="0"/>
              <a:t>지도</a:t>
            </a:r>
            <a:r>
              <a:rPr lang="en-US" altLang="ko-KR" sz="1000" dirty="0"/>
              <a:t>&lt;/title&gt;\</a:t>
            </a:r>
            <a:endParaRPr lang="ko-KR" altLang="en-US" sz="1000" dirty="0"/>
          </a:p>
          <a:p>
            <a:r>
              <a:rPr lang="en-US" altLang="ko-KR" sz="1000" dirty="0"/>
              <a:t>&lt;link </a:t>
            </a:r>
            <a:r>
              <a:rPr lang="en-US" altLang="ko-KR" sz="1000" dirty="0" err="1"/>
              <a:t>rel</a:t>
            </a:r>
            <a:r>
              <a:rPr lang="en-US" altLang="ko-KR" sz="1000" dirty="0"/>
              <a:t>=</a:t>
            </a:r>
            <a:r>
              <a:rPr lang="en-US" altLang="ko-KR" sz="1000" i="1" dirty="0"/>
              <a:t>"stylesheet" </a:t>
            </a:r>
            <a:r>
              <a:rPr lang="en-US" altLang="ko-KR" sz="1000" i="1" dirty="0" err="1"/>
              <a:t>href</a:t>
            </a:r>
            <a:r>
              <a:rPr lang="en-US" altLang="ko-KR" sz="1000" i="1" dirty="0"/>
              <a:t>="https://unpkg.com/leaflet@1.9.4/</a:t>
            </a:r>
            <a:r>
              <a:rPr lang="en-US" altLang="ko-KR" sz="1000" i="1" dirty="0" err="1"/>
              <a:t>dist</a:t>
            </a:r>
            <a:r>
              <a:rPr lang="en-US" altLang="ko-KR" sz="1000" i="1" dirty="0"/>
              <a:t>/leaflet.css" /&gt;</a:t>
            </a:r>
          </a:p>
          <a:p>
            <a:r>
              <a:rPr lang="en-US" altLang="ko-KR" sz="1000" dirty="0"/>
              <a:t>&lt;script </a:t>
            </a:r>
            <a:r>
              <a:rPr lang="en-US" altLang="ko-KR" sz="1000" dirty="0" err="1"/>
              <a:t>src</a:t>
            </a:r>
            <a:r>
              <a:rPr lang="en-US" altLang="ko-KR" sz="1000" dirty="0"/>
              <a:t>=</a:t>
            </a:r>
            <a:r>
              <a:rPr lang="en-US" altLang="ko-KR" sz="1000" i="1" dirty="0"/>
              <a:t>"https://unpkg.com/leaflet@1.9.4/</a:t>
            </a:r>
            <a:r>
              <a:rPr lang="en-US" altLang="ko-KR" sz="1000" i="1" dirty="0" err="1"/>
              <a:t>dist</a:t>
            </a:r>
            <a:r>
              <a:rPr lang="en-US" altLang="ko-KR" sz="1000" i="1" dirty="0"/>
              <a:t>/leaflet.js"&gt;&lt;/script&gt;</a:t>
            </a:r>
            <a:endParaRPr lang="ko-KR" altLang="en-US" sz="1000" dirty="0"/>
          </a:p>
          <a:p>
            <a:r>
              <a:rPr lang="en-US" altLang="ko-KR" sz="1000" dirty="0"/>
              <a:t>&lt;link </a:t>
            </a:r>
            <a:r>
              <a:rPr lang="en-US" altLang="ko-KR" sz="1000" dirty="0" err="1"/>
              <a:t>rel</a:t>
            </a:r>
            <a:r>
              <a:rPr lang="en-US" altLang="ko-KR" sz="1000" dirty="0"/>
              <a:t>=</a:t>
            </a:r>
            <a:r>
              <a:rPr lang="en-US" altLang="ko-KR" sz="1000" i="1" dirty="0"/>
              <a:t>"stylesheet" </a:t>
            </a:r>
            <a:r>
              <a:rPr lang="en-US" altLang="ko-KR" sz="1000" i="1" dirty="0" err="1"/>
              <a:t>href</a:t>
            </a:r>
            <a:r>
              <a:rPr lang="en-US" altLang="ko-KR" sz="1000" i="1" dirty="0"/>
              <a:t>="https://unpkg.com/maplibre-gl@4.7.1/</a:t>
            </a:r>
            <a:r>
              <a:rPr lang="en-US" altLang="ko-KR" sz="1000" i="1" dirty="0" err="1"/>
              <a:t>dist</a:t>
            </a:r>
            <a:r>
              <a:rPr lang="en-US" altLang="ko-KR" sz="1000" i="1" dirty="0"/>
              <a:t>/maplibre-gl.css" /&gt;</a:t>
            </a:r>
          </a:p>
          <a:p>
            <a:r>
              <a:rPr lang="en-US" altLang="ko-KR" sz="1000" dirty="0"/>
              <a:t>&lt;script </a:t>
            </a:r>
            <a:r>
              <a:rPr lang="en-US" altLang="ko-KR" sz="1000" dirty="0" err="1"/>
              <a:t>src</a:t>
            </a:r>
            <a:r>
              <a:rPr lang="en-US" altLang="ko-KR" sz="1000" dirty="0"/>
              <a:t>=</a:t>
            </a:r>
            <a:r>
              <a:rPr lang="en-US" altLang="ko-KR" sz="1000" i="1" dirty="0"/>
              <a:t>"https://unpkg.com/maplibre-gl@4.7.1/</a:t>
            </a:r>
            <a:r>
              <a:rPr lang="en-US" altLang="ko-KR" sz="1000" i="1" dirty="0" err="1"/>
              <a:t>dist</a:t>
            </a:r>
            <a:r>
              <a:rPr lang="en-US" altLang="ko-KR" sz="1000" i="1" dirty="0"/>
              <a:t>/maplibre-gl.js"&gt;&lt;/script&gt;</a:t>
            </a:r>
            <a:endParaRPr lang="ko-KR" altLang="en-US" sz="1000" dirty="0"/>
          </a:p>
          <a:p>
            <a:r>
              <a:rPr lang="en-US" altLang="ko-KR" sz="1000" dirty="0"/>
              <a:t>&lt;script </a:t>
            </a:r>
            <a:r>
              <a:rPr lang="en-US" altLang="ko-KR" sz="1000" dirty="0" err="1"/>
              <a:t>src</a:t>
            </a:r>
            <a:r>
              <a:rPr lang="en-US" altLang="ko-KR" sz="1000" dirty="0"/>
              <a:t>=</a:t>
            </a:r>
            <a:r>
              <a:rPr lang="en-US" altLang="ko-KR" sz="1000" i="1" dirty="0"/>
              <a:t>"https://unpkg.com/@</a:t>
            </a:r>
            <a:r>
              <a:rPr lang="en-US" altLang="ko-KR" sz="1000" i="1" dirty="0" err="1"/>
              <a:t>maplibre</a:t>
            </a:r>
            <a:r>
              <a:rPr lang="en-US" altLang="ko-KR" sz="1000" i="1" dirty="0"/>
              <a:t>/maplibre-gl-leaflet@0.0.22/leaflet-maplibre-gl.js"&gt;&lt;/script&gt;</a:t>
            </a:r>
            <a:endParaRPr lang="ko-KR" altLang="en-US" sz="1000" dirty="0"/>
          </a:p>
          <a:p>
            <a:r>
              <a:rPr lang="en-US" altLang="ko-KR" sz="1000" dirty="0"/>
              <a:t>&lt;style&gt;</a:t>
            </a:r>
          </a:p>
          <a:p>
            <a:r>
              <a:rPr lang="en-US" altLang="ko-KR" sz="1000" dirty="0"/>
              <a:t>  </a:t>
            </a:r>
            <a:r>
              <a:rPr lang="en-US" altLang="ko-KR" sz="1000" i="1" dirty="0"/>
              <a:t>#map { width: 100%; height: 80vh; }</a:t>
            </a:r>
          </a:p>
          <a:p>
            <a:r>
              <a:rPr lang="en-US" altLang="ko-KR" sz="1000" dirty="0"/>
              <a:t>  </a:t>
            </a:r>
            <a:r>
              <a:rPr lang="en-US" altLang="ko-KR" sz="1000" i="1" dirty="0"/>
              <a:t>.wrap { padding: 12px; }</a:t>
            </a:r>
          </a:p>
          <a:p>
            <a:r>
              <a:rPr lang="en-US" altLang="ko-KR" sz="1000" dirty="0"/>
              <a:t>&lt;/style&gt;</a:t>
            </a:r>
          </a:p>
          <a:p>
            <a:r>
              <a:rPr lang="en-US" altLang="ko-KR" sz="1000" dirty="0"/>
              <a:t>&lt;/head&gt;</a:t>
            </a:r>
            <a:endParaRPr lang="ko-KR" altLang="en-US" sz="1000" dirty="0"/>
          </a:p>
          <a:p>
            <a:r>
              <a:rPr lang="en-US" altLang="ko-KR" sz="1000" dirty="0"/>
              <a:t>&lt;body&gt;</a:t>
            </a:r>
          </a:p>
          <a:p>
            <a:r>
              <a:rPr lang="en-US" altLang="ko-KR" sz="1000" dirty="0"/>
              <a:t>  &lt;div class=</a:t>
            </a:r>
            <a:r>
              <a:rPr lang="en-US" altLang="ko-KR" sz="1000" i="1" dirty="0"/>
              <a:t>"wrap"&gt;</a:t>
            </a:r>
          </a:p>
          <a:p>
            <a:r>
              <a:rPr lang="ko-KR" altLang="en-US" sz="1000" dirty="0"/>
              <a:t>    </a:t>
            </a:r>
            <a:r>
              <a:rPr lang="en-US" altLang="ko-KR" sz="1000" dirty="0"/>
              <a:t>&lt;p&gt;</a:t>
            </a:r>
            <a:r>
              <a:rPr lang="ko-KR" altLang="en-US" sz="1000" dirty="0"/>
              <a:t>지도가 보여질 화면</a:t>
            </a:r>
            <a:r>
              <a:rPr lang="en-US" altLang="ko-KR" sz="1000" dirty="0"/>
              <a:t>&lt;/p&gt;</a:t>
            </a:r>
          </a:p>
          <a:p>
            <a:r>
              <a:rPr lang="en-US" altLang="ko-KR" sz="1000" dirty="0"/>
              <a:t>    &lt;div id=</a:t>
            </a:r>
            <a:r>
              <a:rPr lang="en-US" altLang="ko-KR" sz="1000" i="1" dirty="0"/>
              <a:t>"map"&gt;&lt;/div&gt;</a:t>
            </a:r>
          </a:p>
          <a:p>
            <a:r>
              <a:rPr lang="en-US" altLang="ko-KR" sz="1000" dirty="0"/>
              <a:t>    &lt;p id=</a:t>
            </a:r>
            <a:r>
              <a:rPr lang="en-US" altLang="ko-KR" sz="1000" i="1" dirty="0"/>
              <a:t>"status"&gt;&lt;/p&gt;</a:t>
            </a:r>
          </a:p>
          <a:p>
            <a:r>
              <a:rPr lang="en-US" altLang="ko-KR" sz="1000" dirty="0"/>
              <a:t>  &lt;/div&gt;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97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7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SpringBoot</a:t>
            </a:r>
            <a:r>
              <a:rPr lang="ko-KR" altLang="en-US" dirty="0"/>
              <a:t> </a:t>
            </a:r>
            <a:r>
              <a:rPr lang="en-US" altLang="ko-KR" dirty="0"/>
              <a:t>WAS </a:t>
            </a:r>
            <a:r>
              <a:rPr lang="ko-KR" altLang="en-US" dirty="0" err="1"/>
              <a:t>서버쪽</a:t>
            </a:r>
            <a:r>
              <a:rPr lang="ko-KR" altLang="en-US" dirty="0"/>
              <a:t> </a:t>
            </a:r>
            <a:r>
              <a:rPr lang="en-US" altLang="ko-KR" dirty="0" err="1"/>
              <a:t>jsp</a:t>
            </a:r>
            <a:r>
              <a:rPr lang="en-US" altLang="ko-KR" dirty="0"/>
              <a:t> </a:t>
            </a:r>
            <a:r>
              <a:rPr lang="ko-KR" altLang="en-US" dirty="0"/>
              <a:t>파일 만들기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900" dirty="0"/>
              <a:t>JSP</a:t>
            </a:r>
            <a:r>
              <a:rPr lang="ko-KR" altLang="en-US" sz="900" dirty="0"/>
              <a:t>의 </a:t>
            </a:r>
            <a:r>
              <a:rPr lang="en-US" altLang="ko-KR" sz="900" dirty="0"/>
              <a:t>script </a:t>
            </a:r>
            <a:r>
              <a:rPr lang="ko-KR" altLang="en-US" sz="900" dirty="0"/>
              <a:t>부분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내용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dirty="0"/>
              <a:t>&lt;script&gt;</a:t>
            </a:r>
          </a:p>
          <a:p>
            <a:r>
              <a:rPr lang="en-US" altLang="ko-KR" sz="1000" b="1" dirty="0"/>
              <a:t>const TILESERVER = "http://192.168.0.147:8080";</a:t>
            </a:r>
            <a:endParaRPr lang="ko-KR" altLang="en-US" sz="1000" dirty="0"/>
          </a:p>
          <a:p>
            <a:r>
              <a:rPr lang="en-US" altLang="ko-KR" sz="1000" dirty="0"/>
              <a:t>  // Leaflet </a:t>
            </a:r>
            <a:r>
              <a:rPr lang="ko-KR" altLang="en-US" sz="1000" dirty="0"/>
              <a:t>맵</a:t>
            </a:r>
            <a:r>
              <a:rPr lang="en-US" altLang="ko-KR" sz="1000" dirty="0"/>
              <a:t>(</a:t>
            </a:r>
            <a:r>
              <a:rPr lang="ko-KR" altLang="en-US" sz="1000" dirty="0"/>
              <a:t>초기 화면 중심</a:t>
            </a:r>
            <a:r>
              <a:rPr lang="en-US" altLang="ko-KR" sz="1000" dirty="0"/>
              <a:t>)</a:t>
            </a:r>
            <a:endParaRPr lang="ko-KR" altLang="en-US" sz="1000" dirty="0"/>
          </a:p>
          <a:p>
            <a:r>
              <a:rPr lang="en-US" altLang="ko-KR" sz="1000" dirty="0"/>
              <a:t>  </a:t>
            </a:r>
            <a:r>
              <a:rPr lang="en-US" altLang="ko-KR" sz="1000" b="1" dirty="0"/>
              <a:t>const map = </a:t>
            </a:r>
            <a:r>
              <a:rPr lang="en-US" altLang="ko-KR" sz="1000" b="1" dirty="0" err="1"/>
              <a:t>L.map</a:t>
            </a:r>
            <a:r>
              <a:rPr lang="en-US" altLang="ko-KR" sz="1000" b="1" dirty="0"/>
              <a:t>("map").</a:t>
            </a:r>
            <a:r>
              <a:rPr lang="en-US" altLang="ko-KR" sz="1000" b="1" dirty="0" err="1"/>
              <a:t>setView</a:t>
            </a:r>
            <a:r>
              <a:rPr lang="en-US" altLang="ko-KR" sz="1000" b="1" dirty="0"/>
              <a:t>([37.415632, 127.098636], 12);</a:t>
            </a:r>
            <a:endParaRPr lang="ko-KR" altLang="en-US" sz="1000" dirty="0"/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// </a:t>
            </a:r>
            <a:r>
              <a:rPr lang="ko-KR" altLang="en-US" sz="1000" dirty="0"/>
              <a:t>라벨 표시를 위해 </a:t>
            </a:r>
            <a:r>
              <a:rPr lang="en-US" altLang="ko-KR" sz="1000" dirty="0"/>
              <a:t>glyphs(</a:t>
            </a:r>
            <a:r>
              <a:rPr lang="ko-KR" altLang="en-US" sz="1000" dirty="0"/>
              <a:t>폰트 </a:t>
            </a:r>
            <a:r>
              <a:rPr lang="en-US" altLang="ko-KR" sz="1000" dirty="0"/>
              <a:t>PBF) </a:t>
            </a:r>
            <a:r>
              <a:rPr lang="ko-KR" altLang="en-US" sz="1000" dirty="0"/>
              <a:t>필요</a:t>
            </a:r>
          </a:p>
          <a:p>
            <a:r>
              <a:rPr lang="en-US" altLang="ko-KR" sz="1000" b="1" dirty="0"/>
              <a:t>const style = {</a:t>
            </a:r>
          </a:p>
          <a:p>
            <a:r>
              <a:rPr lang="en-US" altLang="ko-KR" sz="1000" dirty="0"/>
              <a:t>    "version": 8,</a:t>
            </a:r>
          </a:p>
          <a:p>
            <a:r>
              <a:rPr lang="en-US" altLang="ko-KR" sz="1000" dirty="0"/>
              <a:t>    "name": "Korea Shortbread (with labels)",</a:t>
            </a:r>
          </a:p>
          <a:p>
            <a:r>
              <a:rPr lang="en-US" altLang="ko-KR" sz="1000" dirty="0"/>
              <a:t>    "glyphs": TILESERVER + "/fonts/{</a:t>
            </a:r>
            <a:r>
              <a:rPr lang="en-US" altLang="ko-KR" sz="1000" dirty="0" err="1"/>
              <a:t>fontstack</a:t>
            </a:r>
            <a:r>
              <a:rPr lang="en-US" altLang="ko-KR" sz="1000" dirty="0"/>
              <a:t>}/{range}.</a:t>
            </a:r>
            <a:r>
              <a:rPr lang="en-US" altLang="ko-KR" sz="1000" dirty="0" err="1"/>
              <a:t>pbf</a:t>
            </a:r>
            <a:r>
              <a:rPr lang="en-US" altLang="ko-KR" sz="1000" dirty="0"/>
              <a:t>",</a:t>
            </a:r>
          </a:p>
          <a:p>
            <a:r>
              <a:rPr lang="en-US" altLang="ko-KR" sz="1000" dirty="0"/>
              <a:t>    "sources": {</a:t>
            </a:r>
          </a:p>
          <a:p>
            <a:r>
              <a:rPr lang="en-US" altLang="ko-KR" sz="1000" dirty="0"/>
              <a:t>      "sb": {"type": "vector",</a:t>
            </a:r>
            <a:r>
              <a:rPr lang="nn-NO" altLang="ko-KR" sz="1000" dirty="0"/>
              <a:t> "url": TILESERVER + "/data/korea.json"</a:t>
            </a:r>
            <a:r>
              <a:rPr lang="en-US" altLang="ko-KR" sz="1000" dirty="0"/>
              <a:t>}</a:t>
            </a:r>
          </a:p>
          <a:p>
            <a:r>
              <a:rPr lang="ko-KR" altLang="en-US" sz="1000" dirty="0"/>
              <a:t>    </a:t>
            </a:r>
            <a:r>
              <a:rPr lang="en-US" altLang="ko-KR" sz="1000" dirty="0"/>
              <a:t>},</a:t>
            </a:r>
          </a:p>
          <a:p>
            <a:r>
              <a:rPr lang="en-US" altLang="ko-KR" sz="1000" dirty="0"/>
              <a:t>    "layers": [</a:t>
            </a:r>
          </a:p>
          <a:p>
            <a:r>
              <a:rPr lang="en-US" altLang="ko-KR" sz="1000" dirty="0"/>
              <a:t>      { "id": "background", "type": "background", "paint": { "background-color": "#f2efe9" } },</a:t>
            </a:r>
            <a:endParaRPr lang="ko-KR" altLang="en-US" sz="1000" dirty="0"/>
          </a:p>
          <a:p>
            <a:r>
              <a:rPr lang="en-US" altLang="ko-KR" sz="1000" dirty="0"/>
              <a:t>      { "id": "ocean", "type": "fill", "source": "sb", "source-layer": "ocean",</a:t>
            </a:r>
          </a:p>
          <a:p>
            <a:r>
              <a:rPr lang="en-US" altLang="ko-KR" sz="1000" dirty="0"/>
              <a:t>        "paint": { "fill-color": "#bcd9ea" } },</a:t>
            </a:r>
            <a:endParaRPr lang="ko-KR" altLang="en-US" sz="1000" dirty="0"/>
          </a:p>
          <a:p>
            <a:r>
              <a:rPr lang="en-US" altLang="ko-KR" sz="1000" dirty="0"/>
              <a:t>      { "id": "water", "type": "fill", "source": "sb", "source-layer": "</a:t>
            </a:r>
            <a:r>
              <a:rPr lang="en-US" altLang="ko-KR" sz="1000" dirty="0" err="1"/>
              <a:t>water_polygons</a:t>
            </a:r>
            <a:r>
              <a:rPr lang="en-US" altLang="ko-KR" sz="1000" dirty="0"/>
              <a:t>",</a:t>
            </a:r>
          </a:p>
          <a:p>
            <a:r>
              <a:rPr lang="en-US" altLang="ko-KR" sz="1000" dirty="0"/>
              <a:t>        "paint": { "fill-color": "#bcd9ea" } },</a:t>
            </a:r>
            <a:endParaRPr lang="ko-KR" altLang="en-US" sz="1000" dirty="0"/>
          </a:p>
          <a:p>
            <a:r>
              <a:rPr lang="en-US" altLang="ko-KR" sz="1000" dirty="0"/>
              <a:t>      { "id": "land", "type": "fill", "source": "sb", "source-layer": "land",</a:t>
            </a:r>
          </a:p>
          <a:p>
            <a:r>
              <a:rPr lang="en-US" altLang="ko-KR" sz="1000" dirty="0"/>
              <a:t>        "paint": { "fill-color": "#efe9dd" } },</a:t>
            </a:r>
            <a:endParaRPr lang="ko-KR" altLang="en-US" sz="1000" dirty="0"/>
          </a:p>
          <a:p>
            <a:r>
              <a:rPr lang="en-US" altLang="ko-KR" sz="1000" dirty="0"/>
              <a:t>      { "id": "buildings", "type": "fill", "source": "sb", "source-layer": "buildings",</a:t>
            </a:r>
          </a:p>
          <a:p>
            <a:r>
              <a:rPr lang="en-US" altLang="ko-KR" sz="1000" dirty="0"/>
              <a:t>        "paint": { "fill-color": "#d9d0c2", "fill-opacity": 0.6 } },</a:t>
            </a:r>
            <a:endParaRPr lang="ko-KR" altLang="en-US" sz="1000" dirty="0"/>
          </a:p>
          <a:p>
            <a:r>
              <a:rPr lang="en-US" altLang="ko-KR" sz="1000" dirty="0"/>
              <a:t>      { "id": "streets-outline", "type": "line", "source": "sb", "source-layer": "streets",</a:t>
            </a:r>
          </a:p>
          <a:p>
            <a:r>
              <a:rPr lang="en-US" altLang="ko-KR" sz="1000" dirty="0"/>
              <a:t>        "paint": { "line-color": "#c8c0b3", "line-width": 2.2 } },</a:t>
            </a:r>
            <a:endParaRPr lang="ko-KR" altLang="en-US" sz="1000" dirty="0"/>
          </a:p>
          <a:p>
            <a:r>
              <a:rPr lang="en-US" altLang="ko-KR" sz="1000" dirty="0"/>
              <a:t>      { "id": "streets", "type": "line", "source": "sb", "source-layer": "streets",</a:t>
            </a:r>
          </a:p>
          <a:p>
            <a:r>
              <a:rPr lang="en-US" altLang="ko-KR" sz="1000" dirty="0"/>
              <a:t>        "paint": { "line-color": "#</a:t>
            </a:r>
            <a:r>
              <a:rPr lang="en-US" altLang="ko-KR" sz="1000" dirty="0" err="1"/>
              <a:t>ffffff</a:t>
            </a:r>
            <a:r>
              <a:rPr lang="en-US" altLang="ko-KR" sz="1000" dirty="0"/>
              <a:t>", "line-width": 1.2 } },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    </a:t>
            </a:r>
            <a:endParaRPr lang="en-US" altLang="ko-KR" sz="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579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8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SpringBoot</a:t>
            </a:r>
            <a:r>
              <a:rPr lang="ko-KR" altLang="en-US" dirty="0"/>
              <a:t> </a:t>
            </a:r>
            <a:r>
              <a:rPr lang="en-US" altLang="ko-KR" dirty="0"/>
              <a:t>WAS </a:t>
            </a:r>
            <a:r>
              <a:rPr lang="ko-KR" altLang="en-US" dirty="0" err="1"/>
              <a:t>서버쪽</a:t>
            </a:r>
            <a:r>
              <a:rPr lang="ko-KR" altLang="en-US" dirty="0"/>
              <a:t> </a:t>
            </a:r>
            <a:r>
              <a:rPr lang="en-US" altLang="ko-KR" dirty="0" err="1"/>
              <a:t>jsp</a:t>
            </a:r>
            <a:r>
              <a:rPr lang="en-US" altLang="ko-KR" dirty="0"/>
              <a:t> </a:t>
            </a:r>
            <a:r>
              <a:rPr lang="ko-KR" altLang="en-US" dirty="0"/>
              <a:t>파일 만들기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900" dirty="0"/>
              <a:t>JSP </a:t>
            </a:r>
            <a:r>
              <a:rPr lang="ko-KR" altLang="en-US" sz="900" dirty="0"/>
              <a:t>파일의 스크립트 부분의 </a:t>
            </a:r>
            <a:r>
              <a:rPr lang="ko-KR" altLang="en-US" sz="900" dirty="0" err="1"/>
              <a:t>라벨레이어</a:t>
            </a:r>
            <a:endParaRPr lang="ko-KR" altLang="en-US" sz="9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내용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800" dirty="0"/>
              <a:t>// --- </a:t>
            </a:r>
            <a:r>
              <a:rPr lang="ko-KR" altLang="en-US" sz="800" dirty="0"/>
              <a:t>라벨</a:t>
            </a:r>
            <a:r>
              <a:rPr lang="en-US" altLang="ko-KR" sz="800" dirty="0"/>
              <a:t>(</a:t>
            </a:r>
            <a:r>
              <a:rPr lang="ko-KR" altLang="en-US" sz="800" dirty="0"/>
              <a:t>텍스트</a:t>
            </a:r>
            <a:r>
              <a:rPr lang="en-US" altLang="ko-KR" sz="800" dirty="0"/>
              <a:t>) </a:t>
            </a:r>
            <a:r>
              <a:rPr lang="ko-KR" altLang="en-US" sz="800" dirty="0"/>
              <a:t>레이어들 </a:t>
            </a:r>
            <a:r>
              <a:rPr lang="en-US" altLang="ko-KR" sz="800" dirty="0"/>
              <a:t>---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{</a:t>
            </a:r>
          </a:p>
          <a:p>
            <a:r>
              <a:rPr lang="en-US" altLang="ko-KR" sz="800" dirty="0"/>
              <a:t>        "id": "water-line-labels", "type": "symbol", "source": "sb", "source-layer": "</a:t>
            </a:r>
            <a:r>
              <a:rPr lang="en-US" altLang="ko-KR" sz="800" dirty="0" err="1"/>
              <a:t>water_lines_labels</a:t>
            </a:r>
            <a:r>
              <a:rPr lang="en-US" altLang="ko-KR" sz="800" dirty="0"/>
              <a:t>",</a:t>
            </a:r>
          </a:p>
          <a:p>
            <a:r>
              <a:rPr lang="en-US" altLang="ko-KR" sz="800" dirty="0"/>
              <a:t>        "layout": {</a:t>
            </a:r>
          </a:p>
          <a:p>
            <a:r>
              <a:rPr lang="en-US" altLang="ko-KR" sz="800" dirty="0"/>
              <a:t>          "symbol-placement": "line", "text-field": ["coalesce", ["get", "</a:t>
            </a:r>
            <a:r>
              <a:rPr lang="en-US" altLang="ko-KR" sz="800" dirty="0" err="1"/>
              <a:t>name_ko</a:t>
            </a:r>
            <a:r>
              <a:rPr lang="en-US" altLang="ko-KR" sz="800" dirty="0"/>
              <a:t>"], ["get", "name"], ["get", "</a:t>
            </a:r>
            <a:r>
              <a:rPr lang="en-US" altLang="ko-KR" sz="800" dirty="0" err="1"/>
              <a:t>name_en</a:t>
            </a:r>
            <a:r>
              <a:rPr lang="en-US" altLang="ko-KR" sz="800" dirty="0"/>
              <a:t>"]],</a:t>
            </a:r>
          </a:p>
          <a:p>
            <a:r>
              <a:rPr lang="en-US" altLang="ko-KR" sz="800" dirty="0"/>
              <a:t>          "text-font": ["Noto Sans Regular"], "text-size": 12},</a:t>
            </a:r>
          </a:p>
          <a:p>
            <a:r>
              <a:rPr lang="en-US" altLang="ko-KR" sz="800" dirty="0"/>
              <a:t>        "paint": { "text-color": "#3b5b7a", "text-halo-width": 1, "text-halo-color": "#</a:t>
            </a:r>
            <a:r>
              <a:rPr lang="en-US" altLang="ko-KR" sz="800" dirty="0" err="1"/>
              <a:t>ffffff</a:t>
            </a:r>
            <a:r>
              <a:rPr lang="en-US" altLang="ko-KR" sz="800" dirty="0"/>
              <a:t>"}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},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{</a:t>
            </a:r>
          </a:p>
          <a:p>
            <a:r>
              <a:rPr lang="en-US" altLang="ko-KR" sz="800" dirty="0"/>
              <a:t>        "id": "water-polygon-labels", "type": "symbol", "source": "sb", "source-layer": "</a:t>
            </a:r>
            <a:r>
              <a:rPr lang="en-US" altLang="ko-KR" sz="800" dirty="0" err="1"/>
              <a:t>water_polygons_labels</a:t>
            </a:r>
            <a:r>
              <a:rPr lang="en-US" altLang="ko-KR" sz="800" dirty="0"/>
              <a:t>",</a:t>
            </a:r>
          </a:p>
          <a:p>
            <a:r>
              <a:rPr lang="en-US" altLang="ko-KR" sz="800" dirty="0"/>
              <a:t>          "layout": {</a:t>
            </a:r>
          </a:p>
          <a:p>
            <a:r>
              <a:rPr lang="en-US" altLang="ko-KR" sz="800" dirty="0"/>
              <a:t>          "text-field": ["coalesce", ["get", "</a:t>
            </a:r>
            <a:r>
              <a:rPr lang="en-US" altLang="ko-KR" sz="800" dirty="0" err="1"/>
              <a:t>name_ko</a:t>
            </a:r>
            <a:r>
              <a:rPr lang="en-US" altLang="ko-KR" sz="800" dirty="0"/>
              <a:t>"], ["get", "name"], ["get", "</a:t>
            </a:r>
            <a:r>
              <a:rPr lang="en-US" altLang="ko-KR" sz="800" dirty="0" err="1"/>
              <a:t>name_en</a:t>
            </a:r>
            <a:r>
              <a:rPr lang="en-US" altLang="ko-KR" sz="800" dirty="0"/>
              <a:t>"]],</a:t>
            </a:r>
          </a:p>
          <a:p>
            <a:r>
              <a:rPr lang="en-US" altLang="ko-KR" sz="800" dirty="0"/>
              <a:t>          "text-font": ["Noto Sans Regular"], "text-size": 12},</a:t>
            </a:r>
          </a:p>
          <a:p>
            <a:r>
              <a:rPr lang="en-US" altLang="ko-KR" sz="800" dirty="0"/>
              <a:t>        "paint": {"text-color": "#3b5b7a", "text-halo-width": 1, "text-halo-color": "#</a:t>
            </a:r>
            <a:r>
              <a:rPr lang="en-US" altLang="ko-KR" sz="800" dirty="0" err="1"/>
              <a:t>ffffff</a:t>
            </a:r>
            <a:r>
              <a:rPr lang="en-US" altLang="ko-KR" sz="800" dirty="0"/>
              <a:t>"}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},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{</a:t>
            </a:r>
          </a:p>
          <a:p>
            <a:r>
              <a:rPr lang="en-US" altLang="ko-KR" sz="800" dirty="0"/>
              <a:t>        "id": "street-labels", "type": "symbol", "source": "sb", "source-layer": "</a:t>
            </a:r>
            <a:r>
              <a:rPr lang="en-US" altLang="ko-KR" sz="800" dirty="0" err="1"/>
              <a:t>street_labels</a:t>
            </a:r>
            <a:r>
              <a:rPr lang="en-US" altLang="ko-KR" sz="800" dirty="0"/>
              <a:t>",</a:t>
            </a:r>
          </a:p>
          <a:p>
            <a:r>
              <a:rPr lang="en-US" altLang="ko-KR" sz="800" dirty="0"/>
              <a:t>        "layout": {</a:t>
            </a:r>
          </a:p>
          <a:p>
            <a:r>
              <a:rPr lang="en-US" altLang="ko-KR" sz="800" dirty="0"/>
              <a:t>          "symbol-placement": "line", "text-field": ["coalesce", ["get", "</a:t>
            </a:r>
            <a:r>
              <a:rPr lang="en-US" altLang="ko-KR" sz="800" dirty="0" err="1"/>
              <a:t>name_ko</a:t>
            </a:r>
            <a:r>
              <a:rPr lang="en-US" altLang="ko-KR" sz="800" dirty="0"/>
              <a:t>"], ["get", "name"], ["get", "</a:t>
            </a:r>
            <a:r>
              <a:rPr lang="en-US" altLang="ko-KR" sz="800" dirty="0" err="1"/>
              <a:t>name_en</a:t>
            </a:r>
            <a:r>
              <a:rPr lang="en-US" altLang="ko-KR" sz="800" dirty="0"/>
              <a:t>"]],</a:t>
            </a:r>
          </a:p>
          <a:p>
            <a:r>
              <a:rPr lang="en-US" altLang="ko-KR" sz="800" dirty="0"/>
              <a:t>          "text-font": ["Noto Sans Regular"], "text-size": 11},</a:t>
            </a:r>
          </a:p>
          <a:p>
            <a:r>
              <a:rPr lang="en-US" altLang="ko-KR" sz="800" dirty="0"/>
              <a:t>        "paint": {"text-halo-width": 1, "text-halo-color": "#</a:t>
            </a:r>
            <a:r>
              <a:rPr lang="en-US" altLang="ko-KR" sz="800" dirty="0" err="1"/>
              <a:t>ffffff</a:t>
            </a:r>
            <a:r>
              <a:rPr lang="en-US" altLang="ko-KR" sz="800" dirty="0"/>
              <a:t>"}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},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{</a:t>
            </a:r>
          </a:p>
          <a:p>
            <a:r>
              <a:rPr lang="en-US" altLang="ko-KR" sz="800" dirty="0"/>
              <a:t>        "id": "place-labels", "type": "symbol", "source": "sb", "source-layer": "</a:t>
            </a:r>
            <a:r>
              <a:rPr lang="en-US" altLang="ko-KR" sz="800" dirty="0" err="1"/>
              <a:t>place_labels</a:t>
            </a:r>
            <a:r>
              <a:rPr lang="en-US" altLang="ko-KR" sz="800" dirty="0"/>
              <a:t>",</a:t>
            </a:r>
          </a:p>
          <a:p>
            <a:r>
              <a:rPr lang="en-US" altLang="ko-KR" sz="800" dirty="0"/>
              <a:t>        "layout": {</a:t>
            </a:r>
          </a:p>
          <a:p>
            <a:r>
              <a:rPr lang="en-US" altLang="ko-KR" sz="800" dirty="0"/>
              <a:t>          "text-field": ["coalesce", ["get", "</a:t>
            </a:r>
            <a:r>
              <a:rPr lang="en-US" altLang="ko-KR" sz="800" dirty="0" err="1"/>
              <a:t>name_ko</a:t>
            </a:r>
            <a:r>
              <a:rPr lang="en-US" altLang="ko-KR" sz="800" dirty="0"/>
              <a:t>"], ["get", "name"], ["get", "</a:t>
            </a:r>
            <a:r>
              <a:rPr lang="en-US" altLang="ko-KR" sz="800" dirty="0" err="1"/>
              <a:t>name_en</a:t>
            </a:r>
            <a:r>
              <a:rPr lang="en-US" altLang="ko-KR" sz="800" dirty="0"/>
              <a:t>"]],</a:t>
            </a:r>
          </a:p>
          <a:p>
            <a:r>
              <a:rPr lang="en-US" altLang="ko-KR" sz="800" dirty="0"/>
              <a:t>          "text-font": ["Noto Sans Regular"], "text-size": 12</a:t>
            </a:r>
          </a:p>
          <a:p>
            <a:r>
              <a:rPr lang="ko-KR" altLang="en-US" sz="800" dirty="0"/>
              <a:t>        </a:t>
            </a:r>
            <a:r>
              <a:rPr lang="en-US" altLang="ko-KR" sz="800" dirty="0"/>
              <a:t>},</a:t>
            </a:r>
          </a:p>
          <a:p>
            <a:r>
              <a:rPr lang="en-US" altLang="ko-KR" sz="800" dirty="0"/>
              <a:t>        "paint": {"text-halo-width": 1, "text-halo-color": "#</a:t>
            </a:r>
            <a:r>
              <a:rPr lang="en-US" altLang="ko-KR" sz="800" dirty="0" err="1"/>
              <a:t>ffffff</a:t>
            </a:r>
            <a:r>
              <a:rPr lang="en-US" altLang="ko-KR" sz="800" dirty="0"/>
              <a:t>"}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},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{</a:t>
            </a:r>
          </a:p>
          <a:p>
            <a:r>
              <a:rPr lang="en-US" altLang="ko-KR" sz="800" dirty="0"/>
              <a:t>        "id": "poi-labels", "type": "symbol", "source": "sb", "source-layer": "pois",</a:t>
            </a:r>
          </a:p>
          <a:p>
            <a:r>
              <a:rPr lang="en-US" altLang="ko-KR" sz="800" dirty="0"/>
              <a:t>        "layout": {</a:t>
            </a:r>
          </a:p>
          <a:p>
            <a:r>
              <a:rPr lang="en-US" altLang="ko-KR" sz="800" dirty="0"/>
              <a:t>          "text-field": ["coalesce", ["get", "name"], ["get", "</a:t>
            </a:r>
            <a:r>
              <a:rPr lang="en-US" altLang="ko-KR" sz="800" dirty="0" err="1"/>
              <a:t>name_en</a:t>
            </a:r>
            <a:r>
              <a:rPr lang="en-US" altLang="ko-KR" sz="800" dirty="0"/>
              <a:t>"]], "text-font": ["Noto Sans Regular"],</a:t>
            </a:r>
          </a:p>
          <a:p>
            <a:r>
              <a:rPr lang="en-US" altLang="ko-KR" sz="800" dirty="0"/>
              <a:t>          "text-size": 11, "text-offset": [0, 0.8], "text-anchor": "top"</a:t>
            </a:r>
          </a:p>
          <a:p>
            <a:r>
              <a:rPr lang="ko-KR" altLang="en-US" sz="800" dirty="0"/>
              <a:t>        </a:t>
            </a:r>
            <a:r>
              <a:rPr lang="en-US" altLang="ko-KR" sz="800" dirty="0"/>
              <a:t>},</a:t>
            </a:r>
          </a:p>
          <a:p>
            <a:r>
              <a:rPr lang="en-US" altLang="ko-KR" sz="800" dirty="0"/>
              <a:t>        "paint": {"text-halo-width": 1, "text-halo-color": "#</a:t>
            </a:r>
            <a:r>
              <a:rPr lang="en-US" altLang="ko-KR" sz="800" dirty="0" err="1"/>
              <a:t>ffffff</a:t>
            </a:r>
            <a:r>
              <a:rPr lang="en-US" altLang="ko-KR" sz="800" dirty="0"/>
              <a:t>"}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},</a:t>
            </a:r>
          </a:p>
          <a:p>
            <a:r>
              <a:rPr lang="ko-KR" altLang="en-US" sz="800" dirty="0"/>
              <a:t>     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047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9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SpringBoot</a:t>
            </a:r>
            <a:r>
              <a:rPr lang="ko-KR" altLang="en-US" dirty="0"/>
              <a:t> </a:t>
            </a:r>
            <a:r>
              <a:rPr lang="en-US" altLang="ko-KR" dirty="0"/>
              <a:t>WAS </a:t>
            </a:r>
            <a:r>
              <a:rPr lang="ko-KR" altLang="en-US" dirty="0" err="1"/>
              <a:t>서버쪽</a:t>
            </a:r>
            <a:r>
              <a:rPr lang="ko-KR" altLang="en-US" dirty="0"/>
              <a:t> </a:t>
            </a:r>
            <a:r>
              <a:rPr lang="en-US" altLang="ko-KR" dirty="0" err="1"/>
              <a:t>jsp</a:t>
            </a:r>
            <a:r>
              <a:rPr lang="en-US" altLang="ko-KR" dirty="0"/>
              <a:t> </a:t>
            </a:r>
            <a:r>
              <a:rPr lang="ko-KR" altLang="en-US" dirty="0"/>
              <a:t>파일 만들기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900" dirty="0"/>
              <a:t>JSP </a:t>
            </a:r>
            <a:r>
              <a:rPr lang="ko-KR" altLang="en-US" sz="900" dirty="0"/>
              <a:t>파일의 스크립트 함수 부분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내용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800" dirty="0"/>
              <a:t>{</a:t>
            </a:r>
          </a:p>
          <a:p>
            <a:r>
              <a:rPr lang="en-US" altLang="ko-KR" sz="800" dirty="0"/>
              <a:t>        "id": "site-labels", "type": "symbol", "source": "sb", "source-layer": "sites",</a:t>
            </a:r>
          </a:p>
          <a:p>
            <a:r>
              <a:rPr lang="en-US" altLang="ko-KR" sz="800" dirty="0"/>
              <a:t>        "layout": {</a:t>
            </a:r>
          </a:p>
          <a:p>
            <a:r>
              <a:rPr lang="en-US" altLang="ko-KR" sz="800" dirty="0"/>
              <a:t>          "text-field": ["coalesce", ["get", "name"], ["get", "</a:t>
            </a:r>
            <a:r>
              <a:rPr lang="en-US" altLang="ko-KR" sz="800" dirty="0" err="1"/>
              <a:t>name_en</a:t>
            </a:r>
            <a:r>
              <a:rPr lang="en-US" altLang="ko-KR" sz="800" dirty="0"/>
              <a:t>"]], "text-font": ["Noto Sans Regular"],</a:t>
            </a:r>
          </a:p>
          <a:p>
            <a:r>
              <a:rPr lang="en-US" altLang="ko-KR" sz="800" dirty="0"/>
              <a:t>          "text-size": 11, "text-offset": [0, 0.8], "text-anchor": "top"</a:t>
            </a:r>
          </a:p>
          <a:p>
            <a:r>
              <a:rPr lang="ko-KR" altLang="en-US" sz="800" dirty="0"/>
              <a:t>        </a:t>
            </a:r>
            <a:r>
              <a:rPr lang="en-US" altLang="ko-KR" sz="800" dirty="0"/>
              <a:t>},</a:t>
            </a:r>
          </a:p>
          <a:p>
            <a:r>
              <a:rPr lang="en-US" altLang="ko-KR" sz="800" dirty="0"/>
              <a:t>        "paint": {"text-halo-width": 1, "text-halo-color": "#</a:t>
            </a:r>
            <a:r>
              <a:rPr lang="en-US" altLang="ko-KR" sz="800" dirty="0" err="1"/>
              <a:t>ffffff</a:t>
            </a:r>
            <a:r>
              <a:rPr lang="en-US" altLang="ko-KR" sz="800" dirty="0"/>
              <a:t>"}</a:t>
            </a:r>
          </a:p>
          <a:p>
            <a:r>
              <a:rPr lang="ko-KR" altLang="en-US" sz="800" dirty="0"/>
              <a:t>      </a:t>
            </a:r>
            <a:r>
              <a:rPr lang="en-US" altLang="ko-KR" sz="800" dirty="0"/>
              <a:t>}</a:t>
            </a:r>
          </a:p>
          <a:p>
            <a:r>
              <a:rPr lang="ko-KR" altLang="en-US" sz="800" dirty="0"/>
              <a:t>    </a:t>
            </a:r>
            <a:r>
              <a:rPr lang="en-US" altLang="ko-KR" sz="800" dirty="0"/>
              <a:t>]</a:t>
            </a:r>
          </a:p>
          <a:p>
            <a:r>
              <a:rPr lang="ko-KR" altLang="en-US" sz="800" dirty="0"/>
              <a:t>  </a:t>
            </a:r>
            <a:r>
              <a:rPr lang="en-US" altLang="ko-KR" sz="800" dirty="0"/>
              <a:t>};</a:t>
            </a:r>
          </a:p>
          <a:p>
            <a:r>
              <a:rPr lang="ko-KR" altLang="en-US" sz="800" dirty="0"/>
              <a:t>  </a:t>
            </a:r>
            <a:r>
              <a:rPr lang="en-US" altLang="ko-KR" sz="800" dirty="0"/>
              <a:t>// </a:t>
            </a:r>
            <a:r>
              <a:rPr lang="en-US" altLang="ko-KR" sz="800" dirty="0" err="1"/>
              <a:t>MapLibre</a:t>
            </a:r>
            <a:r>
              <a:rPr lang="en-US" altLang="ko-KR" sz="800" dirty="0"/>
              <a:t>-Leaflet </a:t>
            </a:r>
            <a:r>
              <a:rPr lang="ko-KR" altLang="en-US" sz="800" dirty="0"/>
              <a:t>레이어 생성</a:t>
            </a:r>
          </a:p>
          <a:p>
            <a:r>
              <a:rPr lang="en-US" altLang="ko-KR" sz="800" dirty="0"/>
              <a:t>  </a:t>
            </a:r>
            <a:r>
              <a:rPr lang="en-US" altLang="ko-KR" sz="800" b="1" dirty="0"/>
              <a:t>const </a:t>
            </a:r>
            <a:r>
              <a:rPr lang="en-US" altLang="ko-KR" sz="800" b="1" dirty="0" err="1"/>
              <a:t>glLayer</a:t>
            </a:r>
            <a:r>
              <a:rPr lang="en-US" altLang="ko-KR" sz="800" b="1" dirty="0"/>
              <a:t> = </a:t>
            </a:r>
            <a:r>
              <a:rPr lang="en-US" altLang="ko-KR" sz="800" b="1" dirty="0" err="1"/>
              <a:t>L.maplibreGL</a:t>
            </a:r>
            <a:r>
              <a:rPr lang="en-US" altLang="ko-KR" sz="800" b="1" dirty="0"/>
              <a:t>({ style });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en-US" altLang="ko-KR" sz="800" dirty="0"/>
              <a:t>// (</a:t>
            </a:r>
            <a:r>
              <a:rPr lang="ko-KR" altLang="en-US" sz="800" dirty="0"/>
              <a:t>추가</a:t>
            </a:r>
            <a:r>
              <a:rPr lang="en-US" altLang="ko-KR" sz="800" dirty="0"/>
              <a:t>) </a:t>
            </a:r>
            <a:r>
              <a:rPr lang="ko-KR" altLang="en-US" sz="800" dirty="0"/>
              <a:t>타일</a:t>
            </a:r>
            <a:r>
              <a:rPr lang="en-US" altLang="ko-KR" sz="800" dirty="0"/>
              <a:t>/</a:t>
            </a:r>
            <a:r>
              <a:rPr lang="ko-KR" altLang="en-US" sz="800" dirty="0"/>
              <a:t>폰트 로딩 실패하면 콘솔에서 바로 보이게</a:t>
            </a:r>
          </a:p>
          <a:p>
            <a:r>
              <a:rPr lang="en-US" altLang="ko-KR" sz="800" dirty="0"/>
              <a:t>  </a:t>
            </a:r>
            <a:r>
              <a:rPr lang="en-US" altLang="ko-KR" sz="800" dirty="0" err="1"/>
              <a:t>glLayer.on</a:t>
            </a:r>
            <a:r>
              <a:rPr lang="en-US" altLang="ko-KR" sz="800" dirty="0"/>
              <a:t>("error", (e) =&gt; {</a:t>
            </a:r>
          </a:p>
          <a:p>
            <a:r>
              <a:rPr lang="es-ES" altLang="ko-KR" sz="800" dirty="0"/>
              <a:t>    console.warn("[maplibreGL error]", e); </a:t>
            </a:r>
            <a:r>
              <a:rPr lang="en-US" altLang="ko-KR" sz="800" dirty="0"/>
              <a:t>});</a:t>
            </a:r>
            <a:endParaRPr lang="ko-KR" altLang="en-US" sz="800" dirty="0"/>
          </a:p>
          <a:p>
            <a:r>
              <a:rPr lang="en-US" altLang="ko-KR" sz="800" dirty="0"/>
              <a:t>  </a:t>
            </a:r>
            <a:r>
              <a:rPr lang="en-US" altLang="ko-KR" sz="800" dirty="0" err="1"/>
              <a:t>glLayer.addTo</a:t>
            </a:r>
            <a:r>
              <a:rPr lang="en-US" altLang="ko-KR" sz="800" dirty="0"/>
              <a:t>(map);</a:t>
            </a:r>
          </a:p>
          <a:p>
            <a:r>
              <a:rPr lang="en-US" altLang="ko-KR" sz="800" dirty="0"/>
              <a:t>  </a:t>
            </a:r>
            <a:r>
              <a:rPr lang="en-US" altLang="ko-KR" sz="800" dirty="0" err="1"/>
              <a:t>map.attributionControl.addAttribution</a:t>
            </a:r>
            <a:r>
              <a:rPr lang="en-US" altLang="ko-KR" sz="800" dirty="0"/>
              <a:t>("© OpenStreetMap contributors (</a:t>
            </a:r>
            <a:r>
              <a:rPr lang="en-US" altLang="ko-KR" sz="800" dirty="0" err="1"/>
              <a:t>ODbL</a:t>
            </a:r>
            <a:r>
              <a:rPr lang="en-US" altLang="ko-KR" sz="800" dirty="0"/>
              <a:t>)");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en-US" altLang="ko-KR" sz="800" dirty="0"/>
              <a:t>// </a:t>
            </a:r>
            <a:r>
              <a:rPr lang="ko-KR" altLang="en-US" sz="800" dirty="0"/>
              <a:t>현재 위치 마커</a:t>
            </a:r>
          </a:p>
          <a:p>
            <a:r>
              <a:rPr lang="en-US" altLang="ko-KR" sz="800" dirty="0"/>
              <a:t>  </a:t>
            </a:r>
            <a:r>
              <a:rPr lang="en-US" altLang="ko-KR" sz="800" b="1" dirty="0"/>
              <a:t>const </a:t>
            </a:r>
            <a:r>
              <a:rPr lang="en-US" altLang="ko-KR" sz="800" b="1" dirty="0" err="1"/>
              <a:t>statusEl</a:t>
            </a:r>
            <a:r>
              <a:rPr lang="en-US" altLang="ko-KR" sz="800" b="1" dirty="0"/>
              <a:t> = </a:t>
            </a:r>
            <a:r>
              <a:rPr lang="en-US" altLang="ko-KR" sz="800" b="1" dirty="0" err="1"/>
              <a:t>document.getElementById</a:t>
            </a:r>
            <a:r>
              <a:rPr lang="en-US" altLang="ko-KR" sz="800" b="1" dirty="0"/>
              <a:t>("status");</a:t>
            </a:r>
          </a:p>
          <a:p>
            <a:r>
              <a:rPr lang="en-US" altLang="ko-KR" sz="800" dirty="0"/>
              <a:t>  let </a:t>
            </a:r>
            <a:r>
              <a:rPr lang="en-US" altLang="ko-KR" sz="800" dirty="0" err="1"/>
              <a:t>meMarker</a:t>
            </a:r>
            <a:r>
              <a:rPr lang="en-US" altLang="ko-KR" sz="800" dirty="0"/>
              <a:t> = </a:t>
            </a:r>
            <a:r>
              <a:rPr lang="en-US" altLang="ko-KR" sz="800" b="1" dirty="0"/>
              <a:t>null;</a:t>
            </a:r>
            <a:endParaRPr lang="ko-KR" altLang="en-US" sz="800" dirty="0"/>
          </a:p>
          <a:p>
            <a:r>
              <a:rPr lang="en-US" altLang="ko-KR" sz="800" dirty="0"/>
              <a:t>  </a:t>
            </a:r>
            <a:r>
              <a:rPr lang="en-US" altLang="ko-KR" sz="800" b="1" dirty="0"/>
              <a:t>function </a:t>
            </a:r>
            <a:r>
              <a:rPr lang="en-US" altLang="ko-KR" sz="800" b="1" dirty="0" err="1"/>
              <a:t>setMarker</a:t>
            </a:r>
            <a:r>
              <a:rPr lang="en-US" altLang="ko-KR" sz="800" b="1" dirty="0"/>
              <a:t>(</a:t>
            </a:r>
            <a:r>
              <a:rPr lang="en-US" altLang="ko-KR" sz="800" b="1" dirty="0" err="1"/>
              <a:t>lat</a:t>
            </a:r>
            <a:r>
              <a:rPr lang="en-US" altLang="ko-KR" sz="800" b="1" dirty="0"/>
              <a:t>, </a:t>
            </a:r>
            <a:r>
              <a:rPr lang="en-US" altLang="ko-KR" sz="800" b="1" dirty="0" err="1"/>
              <a:t>lng</a:t>
            </a:r>
            <a:r>
              <a:rPr lang="en-US" altLang="ko-KR" sz="800" b="1" dirty="0"/>
              <a:t>) {</a:t>
            </a:r>
          </a:p>
          <a:p>
            <a:r>
              <a:rPr lang="en-US" altLang="ko-KR" sz="800" dirty="0"/>
              <a:t>    </a:t>
            </a:r>
            <a:r>
              <a:rPr lang="en-US" altLang="ko-KR" sz="800" b="1" dirty="0"/>
              <a:t>if (!</a:t>
            </a:r>
            <a:r>
              <a:rPr lang="en-US" altLang="ko-KR" sz="800" b="1" dirty="0" err="1"/>
              <a:t>meMarker</a:t>
            </a:r>
            <a:r>
              <a:rPr lang="en-US" altLang="ko-KR" sz="800" b="1" dirty="0"/>
              <a:t>) </a:t>
            </a:r>
            <a:r>
              <a:rPr lang="en-US" altLang="ko-KR" sz="800" b="1" dirty="0" err="1"/>
              <a:t>meMarker</a:t>
            </a:r>
            <a:r>
              <a:rPr lang="en-US" altLang="ko-KR" sz="800" b="1" dirty="0"/>
              <a:t> = </a:t>
            </a:r>
            <a:r>
              <a:rPr lang="en-US" altLang="ko-KR" sz="800" b="1" dirty="0" err="1"/>
              <a:t>L.marker</a:t>
            </a:r>
            <a:r>
              <a:rPr lang="en-US" altLang="ko-KR" sz="800" b="1" dirty="0"/>
              <a:t>([</a:t>
            </a:r>
            <a:r>
              <a:rPr lang="en-US" altLang="ko-KR" sz="800" b="1" dirty="0" err="1"/>
              <a:t>lat</a:t>
            </a:r>
            <a:r>
              <a:rPr lang="en-US" altLang="ko-KR" sz="800" b="1" dirty="0"/>
              <a:t>, </a:t>
            </a:r>
            <a:r>
              <a:rPr lang="en-US" altLang="ko-KR" sz="800" b="1" dirty="0" err="1"/>
              <a:t>lng</a:t>
            </a:r>
            <a:r>
              <a:rPr lang="en-US" altLang="ko-KR" sz="800" b="1" dirty="0"/>
              <a:t>]).</a:t>
            </a:r>
            <a:r>
              <a:rPr lang="en-US" altLang="ko-KR" sz="800" b="1" dirty="0" err="1"/>
              <a:t>addTo</a:t>
            </a:r>
            <a:r>
              <a:rPr lang="en-US" altLang="ko-KR" sz="800" b="1" dirty="0"/>
              <a:t>(map).</a:t>
            </a:r>
            <a:r>
              <a:rPr lang="en-US" altLang="ko-KR" sz="800" b="1" dirty="0" err="1"/>
              <a:t>bindPopup</a:t>
            </a:r>
            <a:r>
              <a:rPr lang="en-US" altLang="ko-KR" sz="800" b="1" dirty="0"/>
              <a:t>("</a:t>
            </a:r>
            <a:r>
              <a:rPr lang="ko-KR" altLang="en-US" sz="800" b="1" dirty="0"/>
              <a:t>현재 위치</a:t>
            </a:r>
            <a:r>
              <a:rPr lang="en-US" altLang="ko-KR" sz="800" b="1" dirty="0"/>
              <a:t>");</a:t>
            </a:r>
          </a:p>
          <a:p>
            <a:r>
              <a:rPr lang="nb-NO" altLang="ko-KR" sz="800" dirty="0"/>
              <a:t>    </a:t>
            </a:r>
            <a:r>
              <a:rPr lang="nb-NO" altLang="ko-KR" sz="800" b="1" dirty="0"/>
              <a:t>else meMarker.setLatLng([lat, lng]);</a:t>
            </a:r>
            <a:endParaRPr lang="ko-KR" altLang="en-US" sz="800" dirty="0"/>
          </a:p>
          <a:p>
            <a:r>
              <a:rPr lang="en-US" altLang="ko-KR" sz="800" dirty="0"/>
              <a:t>    </a:t>
            </a:r>
            <a:r>
              <a:rPr lang="en-US" altLang="ko-KR" sz="800" dirty="0" err="1"/>
              <a:t>map.setView</a:t>
            </a:r>
            <a:r>
              <a:rPr lang="en-US" altLang="ko-KR" sz="800" dirty="0"/>
              <a:t>([</a:t>
            </a:r>
            <a:r>
              <a:rPr lang="en-US" altLang="ko-KR" sz="800" dirty="0" err="1"/>
              <a:t>lat</a:t>
            </a:r>
            <a:r>
              <a:rPr lang="en-US" altLang="ko-KR" sz="800" dirty="0"/>
              <a:t>, </a:t>
            </a:r>
            <a:r>
              <a:rPr lang="en-US" altLang="ko-KR" sz="800" dirty="0" err="1"/>
              <a:t>lng</a:t>
            </a:r>
            <a:r>
              <a:rPr lang="en-US" altLang="ko-KR" sz="800" dirty="0"/>
              <a:t>], </a:t>
            </a:r>
            <a:r>
              <a:rPr lang="en-US" altLang="ko-KR" sz="800" dirty="0" err="1"/>
              <a:t>Math.max</a:t>
            </a:r>
            <a:r>
              <a:rPr lang="en-US" altLang="ko-KR" sz="800" dirty="0"/>
              <a:t>(</a:t>
            </a:r>
            <a:r>
              <a:rPr lang="en-US" altLang="ko-KR" sz="800" dirty="0" err="1"/>
              <a:t>map.getZoom</a:t>
            </a:r>
            <a:r>
              <a:rPr lang="en-US" altLang="ko-KR" sz="800" dirty="0"/>
              <a:t>(), 14));</a:t>
            </a:r>
          </a:p>
          <a:p>
            <a:r>
              <a:rPr lang="en-US" altLang="ko-KR" sz="800" dirty="0"/>
              <a:t>    </a:t>
            </a:r>
            <a:r>
              <a:rPr lang="en-US" altLang="ko-KR" sz="800" dirty="0" err="1"/>
              <a:t>meMarker.openPopup</a:t>
            </a:r>
            <a:r>
              <a:rPr lang="en-US" altLang="ko-KR" sz="800" dirty="0"/>
              <a:t>();}</a:t>
            </a:r>
            <a:endParaRPr lang="ko-KR" altLang="en-US" sz="800" dirty="0"/>
          </a:p>
          <a:p>
            <a:r>
              <a:rPr lang="en-US" altLang="ko-KR" sz="800" dirty="0"/>
              <a:t>  </a:t>
            </a:r>
            <a:r>
              <a:rPr lang="en-US" altLang="ko-KR" sz="800" b="1" dirty="0"/>
              <a:t>if (!</a:t>
            </a:r>
            <a:r>
              <a:rPr lang="en-US" altLang="ko-KR" sz="800" b="1" dirty="0" err="1"/>
              <a:t>navigator.geolocation</a:t>
            </a:r>
            <a:r>
              <a:rPr lang="en-US" altLang="ko-KR" sz="800" b="1" dirty="0"/>
              <a:t>) {</a:t>
            </a:r>
          </a:p>
          <a:p>
            <a:r>
              <a:rPr lang="ko-KR" altLang="en-US" sz="800" dirty="0"/>
              <a:t>    </a:t>
            </a:r>
            <a:r>
              <a:rPr lang="en-US" altLang="ko-KR" sz="800" dirty="0" err="1"/>
              <a:t>statusEl.innerText</a:t>
            </a:r>
            <a:r>
              <a:rPr lang="en-US" altLang="ko-KR" sz="800" dirty="0"/>
              <a:t> = "</a:t>
            </a:r>
            <a:r>
              <a:rPr lang="ko-KR" altLang="en-US" sz="800" dirty="0"/>
              <a:t>이 브라우저는 </a:t>
            </a:r>
            <a:r>
              <a:rPr lang="en-US" altLang="ko-KR" sz="800" dirty="0"/>
              <a:t>Geolocation</a:t>
            </a:r>
            <a:r>
              <a:rPr lang="ko-KR" altLang="en-US" sz="800" dirty="0"/>
              <a:t>을 지원하지 않습니다</a:t>
            </a:r>
            <a:r>
              <a:rPr lang="en-US" altLang="ko-KR" sz="800" dirty="0"/>
              <a:t>.";</a:t>
            </a:r>
          </a:p>
          <a:p>
            <a:r>
              <a:rPr lang="en-US" altLang="ko-KR" sz="800" dirty="0"/>
              <a:t>  } </a:t>
            </a:r>
            <a:r>
              <a:rPr lang="en-US" altLang="ko-KR" sz="800" b="1" dirty="0"/>
              <a:t>else {</a:t>
            </a:r>
          </a:p>
          <a:p>
            <a:r>
              <a:rPr lang="ko-KR" altLang="en-US" sz="800" dirty="0"/>
              <a:t>    </a:t>
            </a:r>
            <a:r>
              <a:rPr lang="en-US" altLang="ko-KR" sz="800" dirty="0" err="1"/>
              <a:t>statusEl.innerText</a:t>
            </a:r>
            <a:r>
              <a:rPr lang="en-US" altLang="ko-KR" sz="800" dirty="0"/>
              <a:t> = "</a:t>
            </a:r>
            <a:r>
              <a:rPr lang="ko-KR" altLang="en-US" sz="800" dirty="0"/>
              <a:t>현재 위치 가져오는 중</a:t>
            </a:r>
            <a:r>
              <a:rPr lang="en-US" altLang="ko-KR" sz="800" dirty="0"/>
              <a:t>...";</a:t>
            </a:r>
          </a:p>
          <a:p>
            <a:r>
              <a:rPr lang="en-US" altLang="ko-KR" sz="800" dirty="0"/>
              <a:t>    </a:t>
            </a:r>
            <a:r>
              <a:rPr lang="en-US" altLang="ko-KR" sz="800" dirty="0" err="1"/>
              <a:t>navigator.geolocation.getCurrentPosition</a:t>
            </a:r>
            <a:r>
              <a:rPr lang="en-US" altLang="ko-KR" sz="800" dirty="0"/>
              <a:t>(</a:t>
            </a:r>
          </a:p>
          <a:p>
            <a:r>
              <a:rPr lang="en-US" altLang="ko-KR" sz="800" dirty="0"/>
              <a:t>      (pos) =&gt; {</a:t>
            </a:r>
          </a:p>
          <a:p>
            <a:r>
              <a:rPr lang="en-US" altLang="ko-KR" sz="800" dirty="0"/>
              <a:t>        </a:t>
            </a:r>
            <a:r>
              <a:rPr lang="en-US" altLang="ko-KR" sz="800" b="1" dirty="0"/>
              <a:t>const </a:t>
            </a:r>
            <a:r>
              <a:rPr lang="en-US" altLang="ko-KR" sz="800" b="1" dirty="0" err="1"/>
              <a:t>latN</a:t>
            </a:r>
            <a:r>
              <a:rPr lang="en-US" altLang="ko-KR" sz="800" b="1" dirty="0"/>
              <a:t> = Number(</a:t>
            </a:r>
            <a:r>
              <a:rPr lang="en-US" altLang="ko-KR" sz="800" b="1" dirty="0" err="1"/>
              <a:t>pos.coords.latitude</a:t>
            </a:r>
            <a:r>
              <a:rPr lang="en-US" altLang="ko-KR" sz="800" b="1" dirty="0"/>
              <a:t>);</a:t>
            </a:r>
          </a:p>
          <a:p>
            <a:r>
              <a:rPr lang="en-US" altLang="ko-KR" sz="800" dirty="0"/>
              <a:t>        </a:t>
            </a:r>
            <a:r>
              <a:rPr lang="en-US" altLang="ko-KR" sz="800" b="1" dirty="0"/>
              <a:t>const </a:t>
            </a:r>
            <a:r>
              <a:rPr lang="en-US" altLang="ko-KR" sz="800" b="1" dirty="0" err="1"/>
              <a:t>lngN</a:t>
            </a:r>
            <a:r>
              <a:rPr lang="en-US" altLang="ko-KR" sz="800" b="1" dirty="0"/>
              <a:t> = Number(</a:t>
            </a:r>
            <a:r>
              <a:rPr lang="en-US" altLang="ko-KR" sz="800" b="1" dirty="0" err="1"/>
              <a:t>pos.coords.longitude</a:t>
            </a:r>
            <a:r>
              <a:rPr lang="en-US" altLang="ko-KR" sz="800" b="1" dirty="0"/>
              <a:t>);</a:t>
            </a:r>
          </a:p>
          <a:p>
            <a:r>
              <a:rPr lang="en-US" altLang="ko-KR" sz="800" dirty="0"/>
              <a:t>        </a:t>
            </a:r>
            <a:r>
              <a:rPr lang="en-US" altLang="ko-KR" sz="800" dirty="0" err="1"/>
              <a:t>statusEl.innerText</a:t>
            </a:r>
            <a:r>
              <a:rPr lang="en-US" altLang="ko-KR" sz="800" dirty="0"/>
              <a:t> = "</a:t>
            </a:r>
            <a:r>
              <a:rPr lang="ko-KR" altLang="en-US" sz="800" dirty="0"/>
              <a:t>현재 위치</a:t>
            </a:r>
            <a:r>
              <a:rPr lang="en-US" altLang="ko-KR" sz="800" dirty="0"/>
              <a:t>: "</a:t>
            </a:r>
            <a:r>
              <a:rPr lang="ko-KR" altLang="en-US" sz="800" dirty="0"/>
              <a:t> </a:t>
            </a:r>
            <a:r>
              <a:rPr lang="en-US" altLang="ko-KR" sz="800" dirty="0"/>
              <a:t>+ </a:t>
            </a:r>
            <a:r>
              <a:rPr lang="en-US" altLang="ko-KR" sz="800" dirty="0" err="1"/>
              <a:t>latN.toFixed</a:t>
            </a:r>
            <a:r>
              <a:rPr lang="en-US" altLang="ko-KR" sz="800" dirty="0"/>
              <a:t>(6) + ", " + </a:t>
            </a:r>
            <a:r>
              <a:rPr lang="en-US" altLang="ko-KR" sz="800" dirty="0" err="1"/>
              <a:t>lngN.toFixed</a:t>
            </a:r>
            <a:r>
              <a:rPr lang="en-US" altLang="ko-KR" sz="800" dirty="0"/>
              <a:t>(6);</a:t>
            </a:r>
          </a:p>
          <a:p>
            <a:r>
              <a:rPr lang="en-US" altLang="ko-KR" sz="800" dirty="0"/>
              <a:t>        </a:t>
            </a:r>
            <a:r>
              <a:rPr lang="en-US" altLang="ko-KR" sz="800" dirty="0" err="1"/>
              <a:t>setMarker</a:t>
            </a:r>
            <a:r>
              <a:rPr lang="en-US" altLang="ko-KR" sz="800" dirty="0"/>
              <a:t>(</a:t>
            </a:r>
            <a:r>
              <a:rPr lang="en-US" altLang="ko-KR" sz="800" dirty="0" err="1"/>
              <a:t>latN</a:t>
            </a:r>
            <a:r>
              <a:rPr lang="en-US" altLang="ko-KR" sz="800" dirty="0"/>
              <a:t>, </a:t>
            </a:r>
            <a:r>
              <a:rPr lang="en-US" altLang="ko-KR" sz="800" dirty="0" err="1"/>
              <a:t>lngN</a:t>
            </a:r>
            <a:r>
              <a:rPr lang="en-US" altLang="ko-KR" sz="800" dirty="0"/>
              <a:t>);},</a:t>
            </a:r>
          </a:p>
          <a:p>
            <a:r>
              <a:rPr lang="en-US" altLang="ko-KR" sz="800" dirty="0"/>
              <a:t>      (err) =&gt; { </a:t>
            </a:r>
            <a:r>
              <a:rPr lang="en-US" altLang="ko-KR" sz="800" dirty="0" err="1"/>
              <a:t>statusEl.innerText</a:t>
            </a:r>
            <a:r>
              <a:rPr lang="en-US" altLang="ko-KR" sz="800" dirty="0"/>
              <a:t> = "</a:t>
            </a:r>
            <a:r>
              <a:rPr lang="ko-KR" altLang="en-US" sz="800" dirty="0"/>
              <a:t>위치 권한</a:t>
            </a:r>
            <a:r>
              <a:rPr lang="en-US" altLang="ko-KR" sz="800" dirty="0"/>
              <a:t>/</a:t>
            </a:r>
            <a:r>
              <a:rPr lang="ko-KR" altLang="en-US" sz="800" dirty="0"/>
              <a:t>오류</a:t>
            </a:r>
            <a:r>
              <a:rPr lang="en-US" altLang="ko-KR" sz="800" dirty="0"/>
              <a:t>: "</a:t>
            </a:r>
            <a:r>
              <a:rPr lang="ko-KR" altLang="en-US" sz="800" dirty="0"/>
              <a:t> </a:t>
            </a:r>
            <a:r>
              <a:rPr lang="en-US" altLang="ko-KR" sz="800" dirty="0"/>
              <a:t>+ </a:t>
            </a:r>
            <a:r>
              <a:rPr lang="en-US" altLang="ko-KR" sz="800" dirty="0" err="1"/>
              <a:t>err.message</a:t>
            </a:r>
            <a:r>
              <a:rPr lang="en-US" altLang="ko-KR" sz="800" dirty="0"/>
              <a:t>; },</a:t>
            </a:r>
          </a:p>
          <a:p>
            <a:r>
              <a:rPr lang="en-US" altLang="ko-KR" sz="800" dirty="0"/>
              <a:t>      { </a:t>
            </a:r>
            <a:r>
              <a:rPr lang="en-US" altLang="ko-KR" sz="800" dirty="0" err="1"/>
              <a:t>enableHighAccuracy</a:t>
            </a:r>
            <a:r>
              <a:rPr lang="en-US" altLang="ko-KR" sz="800" dirty="0"/>
              <a:t>: </a:t>
            </a:r>
            <a:r>
              <a:rPr lang="en-US" altLang="ko-KR" sz="800" b="1" dirty="0"/>
              <a:t>true, timeout: 8000, </a:t>
            </a:r>
            <a:r>
              <a:rPr lang="en-US" altLang="ko-KR" sz="800" b="1" dirty="0" err="1"/>
              <a:t>maximumAge</a:t>
            </a:r>
            <a:r>
              <a:rPr lang="en-US" altLang="ko-KR" sz="800" b="1" dirty="0"/>
              <a:t>: 30000 } </a:t>
            </a:r>
            <a:r>
              <a:rPr lang="en-US" altLang="ko-KR" sz="800" dirty="0"/>
              <a:t>);</a:t>
            </a:r>
          </a:p>
          <a:p>
            <a:r>
              <a:rPr lang="ko-KR" altLang="en-US" sz="800" dirty="0"/>
              <a:t>  </a:t>
            </a:r>
            <a:r>
              <a:rPr lang="en-US" altLang="ko-KR" sz="800" dirty="0"/>
              <a:t>} &lt;/script&gt; &lt;/body&gt; &lt;/html&gt;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023189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10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Https </a:t>
            </a:r>
            <a:r>
              <a:rPr lang="ko-KR" altLang="en-US" dirty="0"/>
              <a:t>적용을 위한 </a:t>
            </a:r>
            <a:r>
              <a:rPr lang="en-US" altLang="ko-KR" dirty="0"/>
              <a:t>Caddy </a:t>
            </a:r>
            <a:r>
              <a:rPr lang="ko-KR" altLang="en-US" dirty="0"/>
              <a:t>추가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900" dirty="0"/>
              <a:t>Caddy</a:t>
            </a:r>
            <a:r>
              <a:rPr lang="ko-KR" altLang="en-US" sz="900" dirty="0"/>
              <a:t> 구동을 위한 폴더 생성</a:t>
            </a:r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sz="900" dirty="0"/>
              <a:t>Docker </a:t>
            </a:r>
            <a:r>
              <a:rPr lang="ko-KR" altLang="en-US" sz="900" dirty="0"/>
              <a:t>세팅을 위한 </a:t>
            </a:r>
            <a:r>
              <a:rPr lang="en-US" altLang="ko-KR" sz="900" dirty="0"/>
              <a:t>docker-</a:t>
            </a:r>
            <a:r>
              <a:rPr lang="en-US" altLang="ko-KR" sz="900" dirty="0" err="1"/>
              <a:t>compose.yml</a:t>
            </a:r>
            <a:r>
              <a:rPr lang="en-US" altLang="ko-KR" sz="900" dirty="0"/>
              <a:t> </a:t>
            </a:r>
            <a:r>
              <a:rPr lang="ko-KR" altLang="en-US" sz="900" dirty="0"/>
              <a:t>생성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명령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dirty="0">
                <a:latin typeface="Consolas" panose="020B0609020204030204" pitchFamily="49" charset="0"/>
              </a:rPr>
              <a:t># Make folder for Caddy</a:t>
            </a: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mkdir</a:t>
            </a:r>
            <a:r>
              <a:rPr lang="en-US" altLang="ko-KR" sz="900" dirty="0">
                <a:latin typeface="Consolas" panose="020B0609020204030204" pitchFamily="49" charset="0"/>
              </a:rPr>
              <a:t> -p ~/tiles-stack &amp;&amp; cd ~/tile-stack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make </a:t>
            </a:r>
            <a:r>
              <a:rPr lang="en-US" altLang="ko-KR" sz="900" dirty="0" err="1">
                <a:latin typeface="Consolas" panose="020B0609020204030204" pitchFamily="49" charset="0"/>
              </a:rPr>
              <a:t>yml</a:t>
            </a:r>
            <a:r>
              <a:rPr lang="en-US" altLang="ko-KR" sz="900" dirty="0">
                <a:latin typeface="Consolas" panose="020B0609020204030204" pitchFamily="49" charset="0"/>
              </a:rPr>
              <a:t> file for setting docker</a:t>
            </a: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nano</a:t>
            </a:r>
            <a:r>
              <a:rPr lang="en-US" altLang="ko-KR" sz="900" dirty="0">
                <a:latin typeface="Consolas" panose="020B0609020204030204" pitchFamily="49" charset="0"/>
              </a:rPr>
              <a:t> docker-</a:t>
            </a:r>
            <a:r>
              <a:rPr lang="en-US" altLang="ko-KR" sz="900" dirty="0" err="1">
                <a:latin typeface="Consolas" panose="020B0609020204030204" pitchFamily="49" charset="0"/>
              </a:rPr>
              <a:t>compose.yml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services: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</a:t>
            </a:r>
            <a:r>
              <a:rPr lang="en-US" altLang="ko-KR" sz="900" dirty="0"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image: </a:t>
            </a:r>
            <a:r>
              <a:rPr lang="en-US" altLang="ko-KR" sz="900" dirty="0" err="1">
                <a:latin typeface="Consolas" panose="020B0609020204030204" pitchFamily="49" charset="0"/>
              </a:rPr>
              <a:t>maptiler</a:t>
            </a:r>
            <a:r>
              <a:rPr lang="en-US" altLang="ko-KR" sz="900" dirty="0">
                <a:latin typeface="Consolas" panose="020B0609020204030204" pitchFamily="49" charset="0"/>
              </a:rPr>
              <a:t>/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tileserver-gl:latest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    </a:t>
            </a:r>
            <a:r>
              <a:rPr lang="en-US" altLang="ko-KR" sz="900" dirty="0" err="1">
                <a:latin typeface="Consolas" panose="020B0609020204030204" pitchFamily="49" charset="0"/>
              </a:rPr>
              <a:t>container_name</a:t>
            </a:r>
            <a:r>
              <a:rPr lang="en-US" altLang="ko-KR" sz="900" dirty="0">
                <a:latin typeface="Consolas" panose="020B0609020204030204" pitchFamily="49" charset="0"/>
              </a:rPr>
              <a:t>: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    volumes: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  - /root/tiles:/data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command: ["--config", "/data/</a:t>
            </a:r>
            <a:r>
              <a:rPr lang="en-US" altLang="ko-KR" sz="900" dirty="0" err="1">
                <a:latin typeface="Consolas" panose="020B0609020204030204" pitchFamily="49" charset="0"/>
              </a:rPr>
              <a:t>config.json</a:t>
            </a:r>
            <a:r>
              <a:rPr lang="en-US" altLang="ko-KR" sz="900" dirty="0">
                <a:latin typeface="Consolas" panose="020B0609020204030204" pitchFamily="49" charset="0"/>
              </a:rPr>
              <a:t>"]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ports: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  - "127.0.0.1:8080:8080"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  caddy: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image: caddy:2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</a:t>
            </a:r>
            <a:r>
              <a:rPr lang="en-US" altLang="ko-KR" sz="900" dirty="0" err="1">
                <a:latin typeface="Consolas" panose="020B0609020204030204" pitchFamily="49" charset="0"/>
              </a:rPr>
              <a:t>container_name</a:t>
            </a:r>
            <a:r>
              <a:rPr lang="en-US" altLang="ko-KR" sz="900" dirty="0">
                <a:latin typeface="Consolas" panose="020B0609020204030204" pitchFamily="49" charset="0"/>
              </a:rPr>
              <a:t>: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tileserver_tls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    </a:t>
            </a:r>
            <a:r>
              <a:rPr lang="en-US" altLang="ko-KR" sz="900" dirty="0" err="1">
                <a:latin typeface="Consolas" panose="020B0609020204030204" pitchFamily="49" charset="0"/>
              </a:rPr>
              <a:t>network_mode</a:t>
            </a:r>
            <a:r>
              <a:rPr lang="en-US" altLang="ko-KR" sz="900" dirty="0">
                <a:latin typeface="Consolas" panose="020B0609020204030204" pitchFamily="49" charset="0"/>
              </a:rPr>
              <a:t>: host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volumes: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  - ./</a:t>
            </a:r>
            <a:r>
              <a:rPr lang="en-US" altLang="ko-KR" sz="900" dirty="0" err="1">
                <a:latin typeface="Consolas" panose="020B0609020204030204" pitchFamily="49" charset="0"/>
              </a:rPr>
              <a:t>Caddyfile</a:t>
            </a:r>
            <a:r>
              <a:rPr lang="en-US" altLang="ko-KR" sz="900" dirty="0">
                <a:latin typeface="Consolas" panose="020B0609020204030204" pitchFamily="49" charset="0"/>
              </a:rPr>
              <a:t>:/</a:t>
            </a:r>
            <a:r>
              <a:rPr lang="en-US" altLang="ko-KR" sz="900" dirty="0" err="1">
                <a:latin typeface="Consolas" panose="020B0609020204030204" pitchFamily="49" charset="0"/>
              </a:rPr>
              <a:t>etc</a:t>
            </a:r>
            <a:r>
              <a:rPr lang="en-US" altLang="ko-KR" sz="900" dirty="0">
                <a:latin typeface="Consolas" panose="020B0609020204030204" pitchFamily="49" charset="0"/>
              </a:rPr>
              <a:t>/caddy/</a:t>
            </a:r>
            <a:r>
              <a:rPr lang="en-US" altLang="ko-KR" sz="900" dirty="0" err="1">
                <a:latin typeface="Consolas" panose="020B0609020204030204" pitchFamily="49" charset="0"/>
              </a:rPr>
              <a:t>Caddyfile:ro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      - ./certs:/</a:t>
            </a:r>
            <a:r>
              <a:rPr lang="en-US" altLang="ko-KR" sz="900" dirty="0" err="1">
                <a:latin typeface="Consolas" panose="020B0609020204030204" pitchFamily="49" charset="0"/>
              </a:rPr>
              <a:t>etc</a:t>
            </a:r>
            <a:r>
              <a:rPr lang="en-US" altLang="ko-KR" sz="900" dirty="0">
                <a:latin typeface="Consolas" panose="020B0609020204030204" pitchFamily="49" charset="0"/>
              </a:rPr>
              <a:t>/caddy/</a:t>
            </a:r>
            <a:r>
              <a:rPr lang="en-US" altLang="ko-KR" sz="900" dirty="0" err="1">
                <a:latin typeface="Consolas" panose="020B0609020204030204" pitchFamily="49" charset="0"/>
              </a:rPr>
              <a:t>certs:ro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      - </a:t>
            </a:r>
            <a:r>
              <a:rPr lang="en-US" altLang="ko-KR" sz="900" dirty="0" err="1">
                <a:latin typeface="Consolas" panose="020B0609020204030204" pitchFamily="49" charset="0"/>
              </a:rPr>
              <a:t>caddy_data</a:t>
            </a:r>
            <a:r>
              <a:rPr lang="en-US" altLang="ko-KR" sz="900" dirty="0">
                <a:latin typeface="Consolas" panose="020B0609020204030204" pitchFamily="49" charset="0"/>
              </a:rPr>
              <a:t>:/data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  - </a:t>
            </a:r>
            <a:r>
              <a:rPr lang="en-US" altLang="ko-KR" sz="900" dirty="0" err="1">
                <a:latin typeface="Consolas" panose="020B0609020204030204" pitchFamily="49" charset="0"/>
              </a:rPr>
              <a:t>caddy_config</a:t>
            </a:r>
            <a:r>
              <a:rPr lang="en-US" altLang="ko-KR" sz="900" dirty="0">
                <a:latin typeface="Consolas" panose="020B0609020204030204" pitchFamily="49" charset="0"/>
              </a:rPr>
              <a:t>:/config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</a:t>
            </a:r>
            <a:r>
              <a:rPr lang="en-US" altLang="ko-KR" sz="900" dirty="0" err="1">
                <a:latin typeface="Consolas" panose="020B0609020204030204" pitchFamily="49" charset="0"/>
              </a:rPr>
              <a:t>depends_on</a:t>
            </a:r>
            <a:r>
              <a:rPr lang="en-US" altLang="ko-KR" sz="900" dirty="0"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    -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    restart: unless-stopped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volumes: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</a:t>
            </a:r>
            <a:r>
              <a:rPr lang="en-US" altLang="ko-KR" sz="900" dirty="0" err="1">
                <a:latin typeface="Consolas" panose="020B0609020204030204" pitchFamily="49" charset="0"/>
              </a:rPr>
              <a:t>caddy_data</a:t>
            </a:r>
            <a:r>
              <a:rPr lang="en-US" altLang="ko-KR" sz="900" dirty="0"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</a:t>
            </a:r>
            <a:r>
              <a:rPr lang="en-US" altLang="ko-KR" sz="900" dirty="0" err="1">
                <a:latin typeface="Consolas" panose="020B0609020204030204" pitchFamily="49" charset="0"/>
              </a:rPr>
              <a:t>caddy_config</a:t>
            </a:r>
            <a:r>
              <a:rPr lang="en-US" altLang="ko-KR" sz="900" dirty="0">
                <a:latin typeface="Consolas" panose="020B0609020204030204" pitchFamily="49" charset="0"/>
              </a:rPr>
              <a:t>: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924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11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Caddy </a:t>
            </a:r>
            <a:r>
              <a:rPr lang="ko-KR" altLang="en-US" dirty="0"/>
              <a:t>설정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900" dirty="0"/>
              <a:t>Caddy</a:t>
            </a:r>
            <a:r>
              <a:rPr lang="ko-KR" altLang="en-US" sz="900" dirty="0"/>
              <a:t> 설정을 위한 </a:t>
            </a:r>
            <a:r>
              <a:rPr lang="en-US" altLang="ko-KR" sz="900" dirty="0" err="1"/>
              <a:t>Caddyfile</a:t>
            </a:r>
            <a:r>
              <a:rPr lang="en-US" altLang="ko-KR" sz="900" dirty="0"/>
              <a:t> </a:t>
            </a:r>
            <a:r>
              <a:rPr lang="ko-KR" altLang="en-US" sz="900" dirty="0"/>
              <a:t>생성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기존 </a:t>
            </a:r>
            <a:r>
              <a:rPr lang="en-US" altLang="ko-KR" sz="900" dirty="0"/>
              <a:t>Http</a:t>
            </a:r>
            <a:r>
              <a:rPr lang="ko-KR" altLang="en-US" sz="900" dirty="0"/>
              <a:t>로 작동하는 </a:t>
            </a:r>
            <a:r>
              <a:rPr lang="en-US" altLang="ko-KR" sz="900" dirty="0" err="1"/>
              <a:t>tileserver</a:t>
            </a:r>
            <a:r>
              <a:rPr lang="ko-KR" altLang="en-US" sz="900" dirty="0"/>
              <a:t> 삭제하기</a:t>
            </a:r>
            <a:r>
              <a:rPr lang="en-US" altLang="ko-KR" sz="900" dirty="0"/>
              <a:t> 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명령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dirty="0">
                <a:latin typeface="Consolas" panose="020B0609020204030204" pitchFamily="49" charset="0"/>
              </a:rPr>
              <a:t># Make </a:t>
            </a:r>
            <a:r>
              <a:rPr lang="en-US" altLang="ko-KR" sz="900" dirty="0" err="1">
                <a:latin typeface="Consolas" panose="020B0609020204030204" pitchFamily="49" charset="0"/>
              </a:rPr>
              <a:t>Caddyfile</a:t>
            </a:r>
            <a:r>
              <a:rPr lang="en-US" altLang="ko-KR" sz="900" dirty="0">
                <a:latin typeface="Consolas" panose="020B0609020204030204" pitchFamily="49" charset="0"/>
              </a:rPr>
              <a:t> for Caddy setting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Nano</a:t>
            </a:r>
            <a:r>
              <a:rPr lang="ko-KR" altLang="en-US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 err="1">
                <a:latin typeface="Consolas" panose="020B0609020204030204" pitchFamily="49" charset="0"/>
              </a:rPr>
              <a:t>Caddyfile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debug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</a:t>
            </a:r>
            <a:r>
              <a:rPr lang="en-US" altLang="ko-KR" sz="900" dirty="0" err="1">
                <a:latin typeface="Consolas" panose="020B0609020204030204" pitchFamily="49" charset="0"/>
              </a:rPr>
              <a:t>auto_https</a:t>
            </a:r>
            <a:r>
              <a:rPr lang="en-US" altLang="ko-KR" sz="900" dirty="0">
                <a:latin typeface="Consolas" panose="020B0609020204030204" pitchFamily="49" charset="0"/>
              </a:rPr>
              <a:t> off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}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192.168.0.147:8443 {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</a:t>
            </a:r>
            <a:r>
              <a:rPr lang="en-US" altLang="ko-KR" sz="900" dirty="0" err="1">
                <a:latin typeface="Consolas" panose="020B0609020204030204" pitchFamily="49" charset="0"/>
              </a:rPr>
              <a:t>tls</a:t>
            </a:r>
            <a:r>
              <a:rPr lang="en-US" altLang="ko-KR" sz="900" dirty="0">
                <a:latin typeface="Consolas" panose="020B0609020204030204" pitchFamily="49" charset="0"/>
              </a:rPr>
              <a:t> /</a:t>
            </a:r>
            <a:r>
              <a:rPr lang="en-US" altLang="ko-KR" sz="900" dirty="0" err="1">
                <a:latin typeface="Consolas" panose="020B0609020204030204" pitchFamily="49" charset="0"/>
              </a:rPr>
              <a:t>etc</a:t>
            </a:r>
            <a:r>
              <a:rPr lang="en-US" altLang="ko-KR" sz="900" dirty="0">
                <a:latin typeface="Consolas" panose="020B0609020204030204" pitchFamily="49" charset="0"/>
              </a:rPr>
              <a:t>/caddy/certs/</a:t>
            </a:r>
            <a:r>
              <a:rPr lang="en-US" altLang="ko-KR" sz="900" dirty="0" err="1">
                <a:latin typeface="Consolas" panose="020B0609020204030204" pitchFamily="49" charset="0"/>
              </a:rPr>
              <a:t>cert.pem</a:t>
            </a:r>
            <a:r>
              <a:rPr lang="en-US" altLang="ko-KR" sz="900" dirty="0">
                <a:latin typeface="Consolas" panose="020B0609020204030204" pitchFamily="49" charset="0"/>
              </a:rPr>
              <a:t> /</a:t>
            </a:r>
            <a:r>
              <a:rPr lang="en-US" altLang="ko-KR" sz="900" dirty="0" err="1">
                <a:latin typeface="Consolas" panose="020B0609020204030204" pitchFamily="49" charset="0"/>
              </a:rPr>
              <a:t>etc</a:t>
            </a:r>
            <a:r>
              <a:rPr lang="en-US" altLang="ko-KR" sz="900" dirty="0">
                <a:latin typeface="Consolas" panose="020B0609020204030204" pitchFamily="49" charset="0"/>
              </a:rPr>
              <a:t>/caddy/certs/</a:t>
            </a:r>
            <a:r>
              <a:rPr lang="en-US" altLang="ko-KR" sz="900" dirty="0" err="1">
                <a:latin typeface="Consolas" panose="020B0609020204030204" pitchFamily="49" charset="0"/>
              </a:rPr>
              <a:t>key.pem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  </a:t>
            </a:r>
            <a:r>
              <a:rPr lang="en-US" altLang="ko-KR" sz="900" dirty="0" err="1">
                <a:latin typeface="Consolas" panose="020B0609020204030204" pitchFamily="49" charset="0"/>
              </a:rPr>
              <a:t>reverse_proxy</a:t>
            </a:r>
            <a:r>
              <a:rPr lang="en-US" altLang="ko-KR" sz="900" dirty="0">
                <a:latin typeface="Consolas" panose="020B0609020204030204" pitchFamily="49" charset="0"/>
              </a:rPr>
              <a:t> 127.0.0.1:8080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}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Delete </a:t>
            </a:r>
            <a:r>
              <a:rPr lang="en-US" altLang="ko-KR" sz="900" dirty="0" err="1">
                <a:latin typeface="Consolas" panose="020B0609020204030204" pitchFamily="49" charset="0"/>
              </a:rPr>
              <a:t>privoius</a:t>
            </a:r>
            <a:r>
              <a:rPr lang="en-US" altLang="ko-KR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</a:t>
            </a:r>
            <a:r>
              <a:rPr lang="en-US" altLang="ko-KR" sz="900" dirty="0">
                <a:latin typeface="Consolas" panose="020B0609020204030204" pitchFamily="49" charset="0"/>
              </a:rPr>
              <a:t>-GL server on docker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docker rm -f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tileserver-gl</a:t>
            </a:r>
            <a:r>
              <a:rPr lang="en-US" altLang="ko-KR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</a:t>
            </a:r>
            <a:r>
              <a:rPr lang="en-US" altLang="ko-KR" sz="900" dirty="0">
                <a:latin typeface="Consolas" panose="020B0609020204030204" pitchFamily="49" charset="0"/>
              </a:rPr>
              <a:t>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tileserver_tls</a:t>
            </a:r>
            <a:r>
              <a:rPr lang="en-US" altLang="ko-KR" sz="900" dirty="0">
                <a:latin typeface="Consolas" panose="020B0609020204030204" pitchFamily="49" charset="0"/>
              </a:rPr>
              <a:t> 2&gt;/dev/null || true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946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12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Make</a:t>
            </a:r>
            <a:r>
              <a:rPr lang="ko-KR" altLang="en-US" dirty="0"/>
              <a:t> </a:t>
            </a:r>
            <a:r>
              <a:rPr lang="en-US" altLang="ko-KR" dirty="0"/>
              <a:t>cert in host using </a:t>
            </a:r>
            <a:r>
              <a:rPr lang="en-US" altLang="ko-KR" dirty="0" err="1"/>
              <a:t>openssl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900" dirty="0"/>
              <a:t>Cert</a:t>
            </a:r>
            <a:r>
              <a:rPr lang="ko-KR" altLang="en-US" sz="900" dirty="0"/>
              <a:t>를 위한 폴더 만들기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호스트에서 </a:t>
            </a:r>
            <a:r>
              <a:rPr lang="en-US" altLang="ko-KR" sz="900" dirty="0" err="1"/>
              <a:t>openssl</a:t>
            </a:r>
            <a:r>
              <a:rPr lang="ko-KR" altLang="en-US" sz="900" dirty="0"/>
              <a:t>를</a:t>
            </a:r>
            <a:r>
              <a:rPr lang="en-US" altLang="ko-KR" sz="900" dirty="0"/>
              <a:t> </a:t>
            </a:r>
            <a:r>
              <a:rPr lang="ko-KR" altLang="en-US" sz="900" dirty="0"/>
              <a:t>사용하여 </a:t>
            </a:r>
            <a:r>
              <a:rPr lang="en-US" altLang="ko-KR" sz="900" dirty="0"/>
              <a:t>cert </a:t>
            </a:r>
            <a:r>
              <a:rPr lang="ko-KR" altLang="en-US" sz="900" dirty="0"/>
              <a:t>생성</a:t>
            </a: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en-US" altLang="ko-KR" sz="900" dirty="0"/>
          </a:p>
          <a:p>
            <a:pPr marL="228600" indent="-228600">
              <a:buFont typeface="+mj-lt"/>
              <a:buAutoNum type="arabicPeriod"/>
            </a:pPr>
            <a:endParaRPr lang="ko-KR" altLang="en-US" sz="900" dirty="0"/>
          </a:p>
          <a:p>
            <a:pPr marL="228600" indent="-228600">
              <a:buFont typeface="+mj-lt"/>
              <a:buAutoNum type="arabicPeriod"/>
            </a:pPr>
            <a:endParaRPr lang="ko-KR" altLang="en-US" sz="9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명령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dirty="0">
                <a:latin typeface="Consolas" panose="020B0609020204030204" pitchFamily="49" charset="0"/>
              </a:rPr>
              <a:t># make a folder for cert</a:t>
            </a: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mkdir</a:t>
            </a:r>
            <a:r>
              <a:rPr lang="en-US" altLang="ko-KR" sz="900" dirty="0">
                <a:latin typeface="Consolas" panose="020B0609020204030204" pitchFamily="49" charset="0"/>
              </a:rPr>
              <a:t> -p ~/tiles-stack/certs</a:t>
            </a:r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 make cert for Caddy Https </a:t>
            </a:r>
            <a:r>
              <a:rPr lang="en-US" altLang="ko-KR" sz="900" dirty="0" err="1">
                <a:latin typeface="Consolas" panose="020B0609020204030204" pitchFamily="49" charset="0"/>
              </a:rPr>
              <a:t>froxy</a:t>
            </a:r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 err="1">
                <a:latin typeface="Consolas" panose="020B0609020204030204" pitchFamily="49" charset="0"/>
              </a:rPr>
              <a:t>openssl</a:t>
            </a:r>
            <a:r>
              <a:rPr lang="en-US" altLang="ko-KR" sz="900" dirty="0">
                <a:latin typeface="Consolas" panose="020B0609020204030204" pitchFamily="49" charset="0"/>
              </a:rPr>
              <a:t> req -x509 -</a:t>
            </a:r>
            <a:r>
              <a:rPr lang="en-US" altLang="ko-KR" sz="900" dirty="0" err="1">
                <a:latin typeface="Consolas" panose="020B0609020204030204" pitchFamily="49" charset="0"/>
              </a:rPr>
              <a:t>newkey</a:t>
            </a:r>
            <a:r>
              <a:rPr lang="en-US" altLang="ko-KR" sz="900" dirty="0">
                <a:latin typeface="Consolas" panose="020B0609020204030204" pitchFamily="49" charset="0"/>
              </a:rPr>
              <a:t> rsa:2048 -nodes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</a:t>
            </a:r>
            <a:r>
              <a:rPr lang="en-US" altLang="ko-KR" sz="900" dirty="0" err="1">
                <a:latin typeface="Consolas" panose="020B0609020204030204" pitchFamily="49" charset="0"/>
              </a:rPr>
              <a:t>keyout</a:t>
            </a:r>
            <a:r>
              <a:rPr lang="en-US" altLang="ko-KR" sz="900" dirty="0">
                <a:latin typeface="Consolas" panose="020B0609020204030204" pitchFamily="49" charset="0"/>
              </a:rPr>
              <a:t> ~/tiles-stack/certs/</a:t>
            </a:r>
            <a:r>
              <a:rPr lang="en-US" altLang="ko-KR" sz="900" dirty="0" err="1">
                <a:latin typeface="Consolas" panose="020B0609020204030204" pitchFamily="49" charset="0"/>
              </a:rPr>
              <a:t>key.pem</a:t>
            </a:r>
            <a:r>
              <a:rPr lang="en-US" altLang="ko-KR" sz="900" dirty="0">
                <a:latin typeface="Consolas" panose="020B0609020204030204" pitchFamily="49" charset="0"/>
              </a:rPr>
              <a:t>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-out ~/tiles-stack/certs/</a:t>
            </a:r>
            <a:r>
              <a:rPr lang="en-US" altLang="ko-KR" sz="900" dirty="0" err="1">
                <a:latin typeface="Consolas" panose="020B0609020204030204" pitchFamily="49" charset="0"/>
              </a:rPr>
              <a:t>cert.pem</a:t>
            </a:r>
            <a:r>
              <a:rPr lang="en-US" altLang="ko-KR" sz="900" dirty="0">
                <a:latin typeface="Consolas" panose="020B0609020204030204" pitchFamily="49" charset="0"/>
              </a:rPr>
              <a:t>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-days 3650 \</a:t>
            </a:r>
          </a:p>
          <a:p>
            <a:r>
              <a:rPr lang="en-US" altLang="ko-KR" sz="900" dirty="0">
                <a:latin typeface="Consolas" panose="020B0609020204030204" pitchFamily="49" charset="0"/>
              </a:rPr>
              <a:t>  -subj "/CN=192.168.0.147"</a:t>
            </a:r>
          </a:p>
        </p:txBody>
      </p:sp>
    </p:spTree>
    <p:extLst>
      <p:ext uri="{BB962C8B-B14F-4D97-AF65-F5344CB8AC3E}">
        <p14:creationId xmlns:p14="http://schemas.microsoft.com/office/powerpoint/2010/main" val="3272466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D9D32B-8066-4723-811B-CF9AA0F1C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857298-A7D2-435C-8040-7EBF84E2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2372C-733B-480D-9126-3F95443B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13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60C8C-8B05-4219-9E09-9BEB08962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98EE8C2-537E-4977-823C-88B2DF52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설치절차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2BAC32-5107-4764-AAA1-76F72DC5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에서 </a:t>
            </a:r>
            <a:r>
              <a:rPr lang="en-US" altLang="ko-KR" dirty="0" err="1"/>
              <a:t>TileServer</a:t>
            </a:r>
            <a:r>
              <a:rPr lang="en-US" altLang="ko-KR" dirty="0"/>
              <a:t> </a:t>
            </a:r>
            <a:r>
              <a:rPr lang="ko-KR" altLang="en-US" dirty="0"/>
              <a:t>주소를 </a:t>
            </a:r>
            <a:r>
              <a:rPr lang="en-US" altLang="ko-KR" dirty="0" err="1"/>
              <a:t>Tileserver</a:t>
            </a:r>
            <a:r>
              <a:rPr lang="en-US" altLang="ko-KR" dirty="0"/>
              <a:t>-GL</a:t>
            </a:r>
            <a:r>
              <a:rPr lang="ko-KR" altLang="en-US" dirty="0"/>
              <a:t>에서 </a:t>
            </a:r>
            <a:r>
              <a:rPr lang="en-US" altLang="ko-KR" dirty="0"/>
              <a:t>Caddy</a:t>
            </a:r>
            <a:r>
              <a:rPr lang="ko-KR" altLang="en-US" dirty="0"/>
              <a:t>로 변경하기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5EFF-939A-4641-A612-C5E796AF8D98}"/>
              </a:ext>
            </a:extLst>
          </p:cNvPr>
          <p:cNvSpPr txBox="1"/>
          <p:nvPr/>
        </p:nvSpPr>
        <p:spPr>
          <a:xfrm>
            <a:off x="6058393" y="1595522"/>
            <a:ext cx="3325303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900" dirty="0"/>
              <a:t>기존 </a:t>
            </a:r>
            <a:r>
              <a:rPr lang="en-US" altLang="ko-KR" sz="900" dirty="0" err="1"/>
              <a:t>Tileserver</a:t>
            </a:r>
            <a:r>
              <a:rPr lang="en-US" altLang="ko-KR" sz="900" dirty="0"/>
              <a:t> URL</a:t>
            </a:r>
            <a:r>
              <a:rPr lang="ko-KR" altLang="en-US" sz="900" dirty="0"/>
              <a:t>을 변경하기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6F84EB-8C91-4EB2-B20E-308841D02457}"/>
              </a:ext>
            </a:extLst>
          </p:cNvPr>
          <p:cNvSpPr/>
          <p:nvPr/>
        </p:nvSpPr>
        <p:spPr>
          <a:xfrm>
            <a:off x="6058394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181ADB-389D-425D-86FF-504E849AB256}"/>
              </a:ext>
            </a:extLst>
          </p:cNvPr>
          <p:cNvSpPr/>
          <p:nvPr/>
        </p:nvSpPr>
        <p:spPr>
          <a:xfrm>
            <a:off x="842963" y="1298264"/>
            <a:ext cx="358534" cy="18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/>
              <a:t>내용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74185-4386-4FB3-A9CD-C17386DAACE8}"/>
              </a:ext>
            </a:extLst>
          </p:cNvPr>
          <p:cNvSpPr txBox="1"/>
          <p:nvPr/>
        </p:nvSpPr>
        <p:spPr>
          <a:xfrm>
            <a:off x="831073" y="1595522"/>
            <a:ext cx="5227320" cy="4707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dirty="0">
                <a:latin typeface="Consolas" panose="020B0609020204030204" pitchFamily="49" charset="0"/>
              </a:rPr>
              <a:t># Change </a:t>
            </a:r>
            <a:r>
              <a:rPr lang="en-US" altLang="ko-KR" sz="900" dirty="0" err="1">
                <a:latin typeface="Consolas" panose="020B0609020204030204" pitchFamily="49" charset="0"/>
              </a:rPr>
              <a:t>Tileserver</a:t>
            </a:r>
            <a:r>
              <a:rPr lang="en-US" altLang="ko-KR" sz="900" dirty="0">
                <a:latin typeface="Consolas" panose="020B0609020204030204" pitchFamily="49" charset="0"/>
              </a:rPr>
              <a:t> URL</a:t>
            </a:r>
          </a:p>
          <a:p>
            <a:r>
              <a:rPr lang="en-US" altLang="ko-KR" b="1" dirty="0"/>
              <a:t>const TILESERVER = "http://192.168.0.147:8080";</a:t>
            </a:r>
            <a:endParaRPr lang="ko-KR" altLang="en-US" dirty="0"/>
          </a:p>
          <a:p>
            <a:endParaRPr lang="en-US" altLang="ko-KR" sz="900" dirty="0">
              <a:latin typeface="Consolas" panose="020B0609020204030204" pitchFamily="49" charset="0"/>
            </a:endParaRPr>
          </a:p>
          <a:p>
            <a:r>
              <a:rPr lang="en-US" altLang="ko-KR" sz="900" dirty="0">
                <a:latin typeface="Consolas" panose="020B0609020204030204" pitchFamily="49" charset="0"/>
              </a:rPr>
              <a:t>#To change</a:t>
            </a:r>
          </a:p>
          <a:p>
            <a:r>
              <a:rPr lang="en-US" altLang="ko-KR" b="1" dirty="0"/>
              <a:t>const TILESERVER = "https://192.168.0.147:8443";</a:t>
            </a:r>
            <a:endParaRPr lang="en-US" altLang="ko-KR" sz="9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233805"/>
      </p:ext>
    </p:extLst>
  </p:cSld>
  <p:clrMapOvr>
    <a:masterClrMapping/>
  </p:clrMapOvr>
</p:sld>
</file>

<file path=ppt/theme/theme1.xml><?xml version="1.0" encoding="utf-8"?>
<a:theme xmlns:a="http://schemas.openxmlformats.org/drawingml/2006/main" name="커버">
  <a:themeElements>
    <a:clrScheme name="꿀비">
      <a:dk1>
        <a:srgbClr val="101010"/>
      </a:dk1>
      <a:lt1>
        <a:srgbClr val="FFFFFF"/>
      </a:lt1>
      <a:dk2>
        <a:srgbClr val="212121"/>
      </a:dk2>
      <a:lt2>
        <a:srgbClr val="E2E2E2"/>
      </a:lt2>
      <a:accent1>
        <a:srgbClr val="0426FB"/>
      </a:accent1>
      <a:accent2>
        <a:srgbClr val="FFA600"/>
      </a:accent2>
      <a:accent3>
        <a:srgbClr val="BABAB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인덱스">
  <a:themeElements>
    <a:clrScheme name="꿀비">
      <a:dk1>
        <a:srgbClr val="101010"/>
      </a:dk1>
      <a:lt1>
        <a:srgbClr val="FFFFFF"/>
      </a:lt1>
      <a:dk2>
        <a:srgbClr val="212121"/>
      </a:dk2>
      <a:lt2>
        <a:srgbClr val="E2E2E2"/>
      </a:lt2>
      <a:accent1>
        <a:srgbClr val="0426FB"/>
      </a:accent1>
      <a:accent2>
        <a:srgbClr val="FFA600"/>
      </a:accent2>
      <a:accent3>
        <a:srgbClr val="BABAB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타이틀">
  <a:themeElements>
    <a:clrScheme name="꿀비">
      <a:dk1>
        <a:srgbClr val="101010"/>
      </a:dk1>
      <a:lt1>
        <a:srgbClr val="FFFFFF"/>
      </a:lt1>
      <a:dk2>
        <a:srgbClr val="212121"/>
      </a:dk2>
      <a:lt2>
        <a:srgbClr val="E2E2E2"/>
      </a:lt2>
      <a:accent1>
        <a:srgbClr val="0426FB"/>
      </a:accent1>
      <a:accent2>
        <a:srgbClr val="FFA600"/>
      </a:accent2>
      <a:accent3>
        <a:srgbClr val="BABAB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지 ">
  <a:themeElements>
    <a:clrScheme name="꿀비 시그니처">
      <a:dk1>
        <a:srgbClr val="101010"/>
      </a:dk1>
      <a:lt1>
        <a:sysClr val="window" lastClr="FFFFFF"/>
      </a:lt1>
      <a:dk2>
        <a:srgbClr val="212121"/>
      </a:dk2>
      <a:lt2>
        <a:srgbClr val="E2E2E2"/>
      </a:lt2>
      <a:accent1>
        <a:srgbClr val="0426FB"/>
      </a:accent1>
      <a:accent2>
        <a:srgbClr val="FFA600"/>
      </a:accent2>
      <a:accent3>
        <a:srgbClr val="BABAB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꿀비_맑은고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53366</TotalTime>
  <Words>2848</Words>
  <Application>Microsoft Office PowerPoint</Application>
  <PresentationFormat>A4 용지(210x297mm)</PresentationFormat>
  <Paragraphs>401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13</vt:i4>
      </vt:variant>
    </vt:vector>
  </HeadingPairs>
  <TitlesOfParts>
    <vt:vector size="25" baseType="lpstr">
      <vt:lpstr>-apple-system</vt:lpstr>
      <vt:lpstr>맑은 고딕</vt:lpstr>
      <vt:lpstr>시스템 서체 일반체</vt:lpstr>
      <vt:lpstr>Arial</vt:lpstr>
      <vt:lpstr>Calibri</vt:lpstr>
      <vt:lpstr>Calibri Light</vt:lpstr>
      <vt:lpstr>Consolas</vt:lpstr>
      <vt:lpstr>Wingdings</vt:lpstr>
      <vt:lpstr>커버</vt:lpstr>
      <vt:lpstr>인덱스</vt:lpstr>
      <vt:lpstr>타이틀</vt:lpstr>
      <vt:lpstr>내지 </vt:lpstr>
      <vt:lpstr>일러두기</vt:lpstr>
      <vt:lpstr>설치절차</vt:lpstr>
      <vt:lpstr>설치절차</vt:lpstr>
      <vt:lpstr>설치절차</vt:lpstr>
      <vt:lpstr>설치절차</vt:lpstr>
      <vt:lpstr>설치절차</vt:lpstr>
      <vt:lpstr>설치절차</vt:lpstr>
      <vt:lpstr>설치절차</vt:lpstr>
      <vt:lpstr>설치절차</vt:lpstr>
      <vt:lpstr>설치절차</vt:lpstr>
      <vt:lpstr>설치절차</vt:lpstr>
      <vt:lpstr>설치절차</vt:lpstr>
      <vt:lpstr>설치절차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백유경</dc:creator>
  <cp:lastModifiedBy>GB-PC-018</cp:lastModifiedBy>
  <cp:revision>376</cp:revision>
  <cp:lastPrinted>2021-03-11T06:49:32Z</cp:lastPrinted>
  <dcterms:created xsi:type="dcterms:W3CDTF">2021-03-11T01:59:04Z</dcterms:created>
  <dcterms:modified xsi:type="dcterms:W3CDTF">2026-02-02T09:37:58Z</dcterms:modified>
</cp:coreProperties>
</file>